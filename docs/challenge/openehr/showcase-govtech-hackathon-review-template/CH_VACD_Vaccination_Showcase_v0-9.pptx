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0"/>
  </p:notesMasterIdLst>
  <p:handoutMasterIdLst>
    <p:handoutMasterId r:id="rId21"/>
  </p:handoutMasterIdLst>
  <p:sldIdLst>
    <p:sldId id="2147481719" r:id="rId5"/>
    <p:sldId id="2147481745" r:id="rId6"/>
    <p:sldId id="2147481746" r:id="rId7"/>
    <p:sldId id="2147481747" r:id="rId8"/>
    <p:sldId id="1448942812" r:id="rId9"/>
    <p:sldId id="1448942809" r:id="rId10"/>
    <p:sldId id="2147481790" r:id="rId11"/>
    <p:sldId id="2147481748" r:id="rId12"/>
    <p:sldId id="2147481749" r:id="rId13"/>
    <p:sldId id="2147481750" r:id="rId14"/>
    <p:sldId id="2147481783" r:id="rId15"/>
    <p:sldId id="2147375102" r:id="rId16"/>
    <p:sldId id="2147481721" r:id="rId17"/>
    <p:sldId id="2147481758" r:id="rId18"/>
    <p:sldId id="2147481708" r:id="rId19"/>
  </p:sldIdLst>
  <p:sldSz cx="12192000" cy="6858000"/>
  <p:notesSz cx="9144000" cy="6858000"/>
  <p:custDataLst>
    <p:tags r:id="rId2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678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48E"/>
    <a:srgbClr val="03958B"/>
    <a:srgbClr val="E62249"/>
    <a:srgbClr val="00C0F2"/>
    <a:srgbClr val="00C0F4"/>
    <a:srgbClr val="FFFFFF"/>
    <a:srgbClr val="003674"/>
    <a:srgbClr val="494963"/>
    <a:srgbClr val="1F1F42"/>
    <a:srgbClr val="02635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50-8FFF-92F81FD0307C}">
  <a:tblStyle styleId="{2D5ABB26-0587-4C50-8FFF-92F81FD0307C}" styleName="Aveniq">
    <a:wholeTbl>
      <a:tcTxStyle>
        <a:fontRef idx="minor">
          <a:scrgbClr r="0" g="0" b="0"/>
        </a:fontRef>
        <a:schemeClr val="tx1"/>
      </a:tcTxStyle>
      <a:tcStyle>
        <a:tcBdr>
          <a:left>
            <a:ln>
              <a:noFill/>
            </a:ln>
          </a:left>
          <a:right>
            <a:ln>
              <a:noFill/>
            </a:ln>
          </a:right>
          <a:top>
            <a:ln>
              <a:noFill/>
            </a:ln>
          </a:top>
          <a:bottom>
            <a:ln w="6350" cmpd="sng">
              <a:solidFill>
                <a:schemeClr val="tx1"/>
              </a:solidFill>
            </a:ln>
          </a:bottom>
          <a:insideH>
            <a:ln w="6350" cmpd="sng">
              <a:solidFill>
                <a:schemeClr val="tx1"/>
              </a:solidFill>
            </a:ln>
          </a:insideH>
          <a:insideV>
            <a:ln>
              <a:noFill/>
            </a:ln>
          </a:insideV>
        </a:tcBdr>
        <a:fill>
          <a:noFill/>
        </a:fill>
      </a:tcStyle>
    </a:wholeTbl>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285" autoAdjust="0"/>
    <p:restoredTop sz="94932"/>
  </p:normalViewPr>
  <p:slideViewPr>
    <p:cSldViewPr snapToGrid="0">
      <p:cViewPr varScale="1">
        <p:scale>
          <a:sx n="116" d="100"/>
          <a:sy n="116" d="100"/>
        </p:scale>
        <p:origin x="1136" y="184"/>
      </p:cViewPr>
      <p:guideLst>
        <p:guide orient="horz" pos="2160"/>
        <p:guide pos="6788"/>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0A38160-5C80-0638-30BD-5B3BEB5E0978}"/>
              </a:ext>
            </a:extLst>
          </p:cNvPr>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CH"/>
          </a:p>
        </p:txBody>
      </p:sp>
      <p:sp>
        <p:nvSpPr>
          <p:cNvPr id="3" name="Date Placeholder 2">
            <a:extLst>
              <a:ext uri="{FF2B5EF4-FFF2-40B4-BE49-F238E27FC236}">
                <a16:creationId xmlns:a16="http://schemas.microsoft.com/office/drawing/2014/main" id="{0F7C4F1C-B601-09BA-FDA6-A52BE23E3A3B}"/>
              </a:ext>
            </a:extLst>
          </p:cNvPr>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C58AEB0A-2E52-E049-BB29-81E9D16C21DB}" type="datetimeFigureOut">
              <a:rPr lang="en-CH" smtClean="0"/>
              <a:t>5/14/26</a:t>
            </a:fld>
            <a:endParaRPr lang="en-CH"/>
          </a:p>
        </p:txBody>
      </p:sp>
      <p:sp>
        <p:nvSpPr>
          <p:cNvPr id="4" name="Footer Placeholder 3">
            <a:extLst>
              <a:ext uri="{FF2B5EF4-FFF2-40B4-BE49-F238E27FC236}">
                <a16:creationId xmlns:a16="http://schemas.microsoft.com/office/drawing/2014/main" id="{96F26B64-408D-3C39-234E-875FC26E8FC8}"/>
              </a:ext>
            </a:extLst>
          </p:cNvPr>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en-CH"/>
          </a:p>
        </p:txBody>
      </p:sp>
      <p:sp>
        <p:nvSpPr>
          <p:cNvPr id="5" name="Slide Number Placeholder 4">
            <a:extLst>
              <a:ext uri="{FF2B5EF4-FFF2-40B4-BE49-F238E27FC236}">
                <a16:creationId xmlns:a16="http://schemas.microsoft.com/office/drawing/2014/main" id="{E877AB09-4675-F80B-B579-3FCBF8F50A66}"/>
              </a:ext>
            </a:extLst>
          </p:cNvPr>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F1E8EA33-2F25-FA42-A696-3C0F670ACB35}" type="slidenum">
              <a:rPr lang="en-CH" smtClean="0"/>
              <a:t>‹Nr.›</a:t>
            </a:fld>
            <a:endParaRPr lang="en-CH"/>
          </a:p>
        </p:txBody>
      </p:sp>
    </p:spTree>
    <p:extLst>
      <p:ext uri="{BB962C8B-B14F-4D97-AF65-F5344CB8AC3E}">
        <p14:creationId xmlns:p14="http://schemas.microsoft.com/office/powerpoint/2010/main" val="9775787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160" userDrawn="1">
          <p15:clr>
            <a:srgbClr val="F26B43"/>
          </p15:clr>
        </p15:guide>
        <p15:guide id="2" pos="288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atin typeface="Verdana" panose="020B0604030504040204" pitchFamily="34" charset="0"/>
              </a:defRPr>
            </a:lvl1pPr>
          </a:lstStyle>
          <a:p>
            <a:endParaRPr lang="en-GB"/>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atin typeface="Verdana" panose="020B0604030504040204" pitchFamily="34" charset="0"/>
              </a:defRPr>
            </a:lvl1pPr>
          </a:lstStyle>
          <a:p>
            <a:fld id="{EE3A68A7-3B7E-4755-AAD5-4468A4149E0B}" type="datetimeFigureOut">
              <a:rPr lang="en-GB" smtClean="0"/>
              <a:pPr/>
              <a:t>14/05/2026</a:t>
            </a:fld>
            <a:endParaRPr lang="en-GB"/>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atin typeface="Verdana" panose="020B0604030504040204" pitchFamily="34" charset="0"/>
              </a:defRPr>
            </a:lvl1pPr>
          </a:lstStyle>
          <a:p>
            <a:endParaRPr lang="en-GB"/>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atin typeface="Verdana" panose="020B0604030504040204" pitchFamily="34" charset="0"/>
              </a:defRPr>
            </a:lvl1pPr>
          </a:lstStyle>
          <a:p>
            <a:fld id="{08A33A4B-F7A7-452E-BC1C-E03341C189D8}" type="slidenum">
              <a:rPr lang="en-GB" smtClean="0"/>
              <a:pPr/>
              <a:t>‹Nr.›</a:t>
            </a:fld>
            <a:endParaRPr lang="en-GB"/>
          </a:p>
        </p:txBody>
      </p:sp>
    </p:spTree>
    <p:extLst>
      <p:ext uri="{BB962C8B-B14F-4D97-AF65-F5344CB8AC3E}">
        <p14:creationId xmlns:p14="http://schemas.microsoft.com/office/powerpoint/2010/main" val="26315332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Verdana" panose="020B0604030504040204" pitchFamily="34" charset="0"/>
        <a:ea typeface="+mn-ea"/>
        <a:cs typeface="+mn-cs"/>
      </a:defRPr>
    </a:lvl1pPr>
    <a:lvl2pPr marL="457200" algn="l" defTabSz="914400" rtl="0" eaLnBrk="1" latinLnBrk="0" hangingPunct="1">
      <a:defRPr sz="1200" kern="1200">
        <a:solidFill>
          <a:schemeClr val="tx1"/>
        </a:solidFill>
        <a:latin typeface="Verdana" panose="020B0604030504040204" pitchFamily="34" charset="0"/>
        <a:ea typeface="+mn-ea"/>
        <a:cs typeface="+mn-cs"/>
      </a:defRPr>
    </a:lvl2pPr>
    <a:lvl3pPr marL="914400" algn="l" defTabSz="914400" rtl="0" eaLnBrk="1" latinLnBrk="0" hangingPunct="1">
      <a:defRPr sz="1200" kern="1200">
        <a:solidFill>
          <a:schemeClr val="tx1"/>
        </a:solidFill>
        <a:latin typeface="Verdana" panose="020B0604030504040204" pitchFamily="34" charset="0"/>
        <a:ea typeface="+mn-ea"/>
        <a:cs typeface="+mn-cs"/>
      </a:defRPr>
    </a:lvl3pPr>
    <a:lvl4pPr marL="1371600" algn="l" defTabSz="914400" rtl="0" eaLnBrk="1" latinLnBrk="0" hangingPunct="1">
      <a:defRPr sz="1200" kern="1200">
        <a:solidFill>
          <a:schemeClr val="tx1"/>
        </a:solidFill>
        <a:latin typeface="Verdana" panose="020B0604030504040204" pitchFamily="34" charset="0"/>
        <a:ea typeface="+mn-ea"/>
        <a:cs typeface="+mn-cs"/>
      </a:defRPr>
    </a:lvl4pPr>
    <a:lvl5pPr marL="1828800" algn="l" defTabSz="914400" rtl="0" eaLnBrk="1" latinLnBrk="0" hangingPunct="1">
      <a:defRPr sz="1200" kern="1200">
        <a:solidFill>
          <a:schemeClr val="tx1"/>
        </a:solidFill>
        <a:latin typeface="Verdana" panose="020B060403050404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570D8-EAC0-D0C1-1966-B37A6984E5F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AD4225F-1058-55EE-BF8A-F4EBCAF4DC8B}"/>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C576E6A-9AC1-E82A-D633-45A260B347A6}"/>
              </a:ext>
            </a:extLst>
          </p:cNvPr>
          <p:cNvSpPr>
            <a:spLocks noGrp="1"/>
          </p:cNvSpPr>
          <p:nvPr>
            <p:ph type="body" idx="1"/>
          </p:nvPr>
        </p:nvSpPr>
        <p:spPr/>
        <p:txBody>
          <a:bodyPr/>
          <a:lstStyle/>
          <a:p>
            <a:endParaRPr lang="de-CH" dirty="0"/>
          </a:p>
        </p:txBody>
      </p:sp>
      <p:sp>
        <p:nvSpPr>
          <p:cNvPr id="4" name="Foliennummernplatzhalter 3">
            <a:extLst>
              <a:ext uri="{FF2B5EF4-FFF2-40B4-BE49-F238E27FC236}">
                <a16:creationId xmlns:a16="http://schemas.microsoft.com/office/drawing/2014/main" id="{2035C52E-21EE-6CA1-702B-7A0510DD2A23}"/>
              </a:ext>
            </a:extLst>
          </p:cNvPr>
          <p:cNvSpPr>
            <a:spLocks noGrp="1"/>
          </p:cNvSpPr>
          <p:nvPr>
            <p:ph type="sldNum" sz="quarter" idx="5"/>
          </p:nvPr>
        </p:nvSpPr>
        <p:spPr/>
        <p:txBody>
          <a:bodyPr/>
          <a:lstStyle/>
          <a:p>
            <a:fld id="{08A33A4B-F7A7-452E-BC1C-E03341C189D8}" type="slidenum">
              <a:rPr lang="en-GB" smtClean="0"/>
              <a:pPr/>
              <a:t>4</a:t>
            </a:fld>
            <a:endParaRPr lang="en-GB"/>
          </a:p>
        </p:txBody>
      </p:sp>
    </p:spTree>
    <p:extLst>
      <p:ext uri="{BB962C8B-B14F-4D97-AF65-F5344CB8AC3E}">
        <p14:creationId xmlns:p14="http://schemas.microsoft.com/office/powerpoint/2010/main" val="20107833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5C458-9B4A-A862-2FC8-96D0C55C8FB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78B339A-13F8-AF24-2B14-BD1F08A799D4}"/>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DE0678C8-04E5-0A08-DDB1-7F4E7E4828FD}"/>
              </a:ext>
            </a:extLst>
          </p:cNvPr>
          <p:cNvSpPr>
            <a:spLocks noGrp="1"/>
          </p:cNvSpPr>
          <p:nvPr>
            <p:ph type="body" idx="1"/>
          </p:nvPr>
        </p:nvSpPr>
        <p:spPr/>
        <p:txBody>
          <a:bodyPr/>
          <a:lstStyle/>
          <a:p>
            <a:endParaRPr lang="de-CH" dirty="0"/>
          </a:p>
        </p:txBody>
      </p:sp>
      <p:sp>
        <p:nvSpPr>
          <p:cNvPr id="4" name="Foliennummernplatzhalter 3">
            <a:extLst>
              <a:ext uri="{FF2B5EF4-FFF2-40B4-BE49-F238E27FC236}">
                <a16:creationId xmlns:a16="http://schemas.microsoft.com/office/drawing/2014/main" id="{A21A8B00-1438-7DEA-101A-A283CE3215A8}"/>
              </a:ext>
            </a:extLst>
          </p:cNvPr>
          <p:cNvSpPr>
            <a:spLocks noGrp="1"/>
          </p:cNvSpPr>
          <p:nvPr>
            <p:ph type="sldNum" sz="quarter" idx="5"/>
          </p:nvPr>
        </p:nvSpPr>
        <p:spPr/>
        <p:txBody>
          <a:bodyPr/>
          <a:lstStyle/>
          <a:p>
            <a:fld id="{08A33A4B-F7A7-452E-BC1C-E03341C189D8}" type="slidenum">
              <a:rPr lang="en-GB" smtClean="0"/>
              <a:pPr/>
              <a:t>8</a:t>
            </a:fld>
            <a:endParaRPr lang="en-GB"/>
          </a:p>
        </p:txBody>
      </p:sp>
    </p:spTree>
    <p:extLst>
      <p:ext uri="{BB962C8B-B14F-4D97-AF65-F5344CB8AC3E}">
        <p14:creationId xmlns:p14="http://schemas.microsoft.com/office/powerpoint/2010/main" val="9124041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42AF1-BCFD-CD42-B583-45B9B823AE8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7BDD6E2-FDFF-B80D-FA17-CAAB1B41116B}"/>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6839B774-03D7-2860-C912-CACE9E36CC00}"/>
              </a:ext>
            </a:extLst>
          </p:cNvPr>
          <p:cNvSpPr>
            <a:spLocks noGrp="1"/>
          </p:cNvSpPr>
          <p:nvPr>
            <p:ph type="body" idx="1"/>
          </p:nvPr>
        </p:nvSpPr>
        <p:spPr/>
        <p:txBody>
          <a:bodyPr/>
          <a:lstStyle/>
          <a:p>
            <a:endParaRPr lang="de-CH" dirty="0"/>
          </a:p>
        </p:txBody>
      </p:sp>
      <p:sp>
        <p:nvSpPr>
          <p:cNvPr id="4" name="Foliennummernplatzhalter 3">
            <a:extLst>
              <a:ext uri="{FF2B5EF4-FFF2-40B4-BE49-F238E27FC236}">
                <a16:creationId xmlns:a16="http://schemas.microsoft.com/office/drawing/2014/main" id="{CA030539-EE9F-3835-BA23-72EF74D1B89D}"/>
              </a:ext>
            </a:extLst>
          </p:cNvPr>
          <p:cNvSpPr>
            <a:spLocks noGrp="1"/>
          </p:cNvSpPr>
          <p:nvPr>
            <p:ph type="sldNum" sz="quarter" idx="5"/>
          </p:nvPr>
        </p:nvSpPr>
        <p:spPr/>
        <p:txBody>
          <a:bodyPr/>
          <a:lstStyle/>
          <a:p>
            <a:fld id="{08A33A4B-F7A7-452E-BC1C-E03341C189D8}" type="slidenum">
              <a:rPr lang="en-GB" smtClean="0"/>
              <a:pPr/>
              <a:t>9</a:t>
            </a:fld>
            <a:endParaRPr lang="en-GB"/>
          </a:p>
        </p:txBody>
      </p:sp>
    </p:spTree>
    <p:extLst>
      <p:ext uri="{BB962C8B-B14F-4D97-AF65-F5344CB8AC3E}">
        <p14:creationId xmlns:p14="http://schemas.microsoft.com/office/powerpoint/2010/main" val="2160880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524CD-418A-BB0A-208F-89356B6D610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3885056-6F38-6447-EEF1-F7F13CFF1621}"/>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4FF6D808-D530-D315-8EF6-93F19F4A43AB}"/>
              </a:ext>
            </a:extLst>
          </p:cNvPr>
          <p:cNvSpPr>
            <a:spLocks noGrp="1"/>
          </p:cNvSpPr>
          <p:nvPr>
            <p:ph type="body" idx="1"/>
          </p:nvPr>
        </p:nvSpPr>
        <p:spPr/>
        <p:txBody>
          <a:bodyPr/>
          <a:lstStyle/>
          <a:p>
            <a:endParaRPr lang="de-CH" dirty="0"/>
          </a:p>
        </p:txBody>
      </p:sp>
      <p:sp>
        <p:nvSpPr>
          <p:cNvPr id="4" name="Foliennummernplatzhalter 3">
            <a:extLst>
              <a:ext uri="{FF2B5EF4-FFF2-40B4-BE49-F238E27FC236}">
                <a16:creationId xmlns:a16="http://schemas.microsoft.com/office/drawing/2014/main" id="{24496223-320F-F1AC-C430-634E5B7A4C1C}"/>
              </a:ext>
            </a:extLst>
          </p:cNvPr>
          <p:cNvSpPr>
            <a:spLocks noGrp="1"/>
          </p:cNvSpPr>
          <p:nvPr>
            <p:ph type="sldNum" sz="quarter" idx="5"/>
          </p:nvPr>
        </p:nvSpPr>
        <p:spPr/>
        <p:txBody>
          <a:bodyPr/>
          <a:lstStyle/>
          <a:p>
            <a:fld id="{08A33A4B-F7A7-452E-BC1C-E03341C189D8}" type="slidenum">
              <a:rPr lang="en-GB" smtClean="0"/>
              <a:pPr/>
              <a:t>13</a:t>
            </a:fld>
            <a:endParaRPr lang="en-GB"/>
          </a:p>
        </p:txBody>
      </p:sp>
    </p:spTree>
    <p:extLst>
      <p:ext uri="{BB962C8B-B14F-4D97-AF65-F5344CB8AC3E}">
        <p14:creationId xmlns:p14="http://schemas.microsoft.com/office/powerpoint/2010/main" val="22488709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15073-01A9-92D2-511B-99DD325A2C20}"/>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12F5F1C-A917-FBC2-34C8-E80B4F4BDEA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9AB2E39E-D764-FB92-1C8C-D10846540B0C}"/>
              </a:ext>
            </a:extLst>
          </p:cNvPr>
          <p:cNvSpPr>
            <a:spLocks noGrp="1"/>
          </p:cNvSpPr>
          <p:nvPr>
            <p:ph type="body" idx="1"/>
          </p:nvPr>
        </p:nvSpPr>
        <p:spPr/>
        <p:txBody>
          <a:bodyPr/>
          <a:lstStyle/>
          <a:p>
            <a:endParaRPr lang="de-CH" dirty="0"/>
          </a:p>
        </p:txBody>
      </p:sp>
      <p:sp>
        <p:nvSpPr>
          <p:cNvPr id="4" name="Foliennummernplatzhalter 3">
            <a:extLst>
              <a:ext uri="{FF2B5EF4-FFF2-40B4-BE49-F238E27FC236}">
                <a16:creationId xmlns:a16="http://schemas.microsoft.com/office/drawing/2014/main" id="{755FF544-5659-3D09-2DEF-41BF5D6BFEC5}"/>
              </a:ext>
            </a:extLst>
          </p:cNvPr>
          <p:cNvSpPr>
            <a:spLocks noGrp="1"/>
          </p:cNvSpPr>
          <p:nvPr>
            <p:ph type="sldNum" sz="quarter" idx="5"/>
          </p:nvPr>
        </p:nvSpPr>
        <p:spPr/>
        <p:txBody>
          <a:bodyPr/>
          <a:lstStyle/>
          <a:p>
            <a:fld id="{08A33A4B-F7A7-452E-BC1C-E03341C189D8}" type="slidenum">
              <a:rPr lang="en-GB" smtClean="0"/>
              <a:pPr/>
              <a:t>14</a:t>
            </a:fld>
            <a:endParaRPr lang="en-GB"/>
          </a:p>
        </p:txBody>
      </p:sp>
    </p:spTree>
    <p:extLst>
      <p:ext uri="{BB962C8B-B14F-4D97-AF65-F5344CB8AC3E}">
        <p14:creationId xmlns:p14="http://schemas.microsoft.com/office/powerpoint/2010/main" val="369057560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7FB44-B56E-4B5F-9ED0-C2E1EFE71ED4}"/>
              </a:ext>
            </a:extLst>
          </p:cNvPr>
          <p:cNvSpPr>
            <a:spLocks noGrp="1"/>
          </p:cNvSpPr>
          <p:nvPr>
            <p:ph type="ctrTitle"/>
          </p:nvPr>
        </p:nvSpPr>
        <p:spPr>
          <a:xfrm>
            <a:off x="623888" y="1112838"/>
            <a:ext cx="7272312" cy="2387600"/>
          </a:xfrm>
        </p:spPr>
        <p:txBody>
          <a:bodyPr anchor="b"/>
          <a:lstStyle>
            <a:lvl1pPr algn="l">
              <a:defRPr sz="4400" spc="0" baseline="0"/>
            </a:lvl1pPr>
          </a:lstStyle>
          <a:p>
            <a:r>
              <a:rPr lang="en-US"/>
              <a:t>Click to edit Master title style</a:t>
            </a:r>
            <a:endParaRPr lang="de-CH"/>
          </a:p>
        </p:txBody>
      </p:sp>
      <p:sp>
        <p:nvSpPr>
          <p:cNvPr id="3" name="Subtitle 2">
            <a:extLst>
              <a:ext uri="{FF2B5EF4-FFF2-40B4-BE49-F238E27FC236}">
                <a16:creationId xmlns:a16="http://schemas.microsoft.com/office/drawing/2014/main" id="{573ECBC1-DF2C-4930-BE65-FF204DC6E9B6}"/>
              </a:ext>
            </a:extLst>
          </p:cNvPr>
          <p:cNvSpPr>
            <a:spLocks noGrp="1"/>
          </p:cNvSpPr>
          <p:nvPr>
            <p:ph type="subTitle" idx="1"/>
          </p:nvPr>
        </p:nvSpPr>
        <p:spPr>
          <a:xfrm>
            <a:off x="622300" y="3981450"/>
            <a:ext cx="5473700" cy="1655763"/>
          </a:xfrm>
          <a:prstGeom prst="rect">
            <a:avLst/>
          </a:prstGeom>
        </p:spPr>
        <p:txBody>
          <a:bodyPr/>
          <a:lstStyle>
            <a:lvl1pPr marL="0" indent="0" algn="l">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CH"/>
          </a:p>
        </p:txBody>
      </p:sp>
      <p:pic>
        <p:nvPicPr>
          <p:cNvPr id="5" name="Aveniq_Logo_sw_neg_RGB.pdf">
            <a:extLst>
              <a:ext uri="{FF2B5EF4-FFF2-40B4-BE49-F238E27FC236}">
                <a16:creationId xmlns:a16="http://schemas.microsoft.com/office/drawing/2014/main" id="{C05A5087-AFE1-E5A9-B291-F8DA2AAC31A3}"/>
              </a:ext>
            </a:extLst>
          </p:cNvPr>
          <p:cNvPicPr>
            <a:picLocks/>
          </p:cNvPicPr>
          <p:nvPr userDrawn="1"/>
        </p:nvPicPr>
        <p:blipFill>
          <a:blip r:embed="rId2" cstate="print">
            <a:extLst>
              <a:ext uri="{28A0092B-C50C-407E-A947-70E740481C1C}">
                <a14:useLocalDpi xmlns:a14="http://schemas.microsoft.com/office/drawing/2010/main"/>
              </a:ext>
            </a:extLst>
          </a:blip>
          <a:srcRect/>
          <a:stretch/>
        </p:blipFill>
        <p:spPr>
          <a:xfrm>
            <a:off x="602456" y="6387373"/>
            <a:ext cx="628650" cy="85822"/>
          </a:xfrm>
          <a:prstGeom prst="rect">
            <a:avLst/>
          </a:prstGeom>
          <a:ln w="12700">
            <a:miter lim="400000"/>
          </a:ln>
        </p:spPr>
      </p:pic>
      <p:pic>
        <p:nvPicPr>
          <p:cNvPr id="6" name="Grafik 5" descr="HL7 FHIR – mobile Kommunikation und mehr – HL7 Deutschland">
            <a:extLst>
              <a:ext uri="{FF2B5EF4-FFF2-40B4-BE49-F238E27FC236}">
                <a16:creationId xmlns:a16="http://schemas.microsoft.com/office/drawing/2014/main" id="{9FD15AEE-1124-F39B-3248-E5809844376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341666" y="6357562"/>
            <a:ext cx="448106" cy="108000"/>
          </a:xfrm>
          <a:prstGeom prst="rect">
            <a:avLst/>
          </a:prstGeom>
        </p:spPr>
      </p:pic>
    </p:spTree>
    <p:extLst>
      <p:ext uri="{BB962C8B-B14F-4D97-AF65-F5344CB8AC3E}">
        <p14:creationId xmlns:p14="http://schemas.microsoft.com/office/powerpoint/2010/main" val="20210914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mit Video">
    <p:spTree>
      <p:nvGrpSpPr>
        <p:cNvPr id="1" name=""/>
        <p:cNvGrpSpPr/>
        <p:nvPr/>
      </p:nvGrpSpPr>
      <p:grpSpPr>
        <a:xfrm>
          <a:off x="0" y="0"/>
          <a:ext cx="0" cy="0"/>
          <a:chOff x="0" y="0"/>
          <a:chExt cx="0" cy="0"/>
        </a:xfrm>
      </p:grpSpPr>
      <p:sp>
        <p:nvSpPr>
          <p:cNvPr id="5" name="Media Placeholder 4">
            <a:extLst>
              <a:ext uri="{FF2B5EF4-FFF2-40B4-BE49-F238E27FC236}">
                <a16:creationId xmlns:a16="http://schemas.microsoft.com/office/drawing/2014/main" id="{0AA58793-AD49-4B71-B232-EEFF140F4834}"/>
              </a:ext>
            </a:extLst>
          </p:cNvPr>
          <p:cNvSpPr>
            <a:spLocks noGrp="1"/>
          </p:cNvSpPr>
          <p:nvPr>
            <p:ph type="media" sz="quarter" idx="11"/>
          </p:nvPr>
        </p:nvSpPr>
        <p:spPr>
          <a:xfrm>
            <a:off x="1" y="0"/>
            <a:ext cx="12191999" cy="6858000"/>
          </a:xfrm>
          <a:prstGeom prst="rect">
            <a:avLst/>
          </a:prstGeom>
          <a:solidFill>
            <a:schemeClr val="bg1">
              <a:lumMod val="95000"/>
            </a:schemeClr>
          </a:solidFill>
        </p:spPr>
        <p:txBody>
          <a:bodyPr/>
          <a:lstStyle>
            <a:lvl1pPr marL="0" indent="0" algn="ctr">
              <a:buFontTx/>
              <a:buNone/>
              <a:defRPr/>
            </a:lvl1pPr>
          </a:lstStyle>
          <a:p>
            <a:r>
              <a:rPr lang="en-US" dirty="0"/>
              <a:t>Click icon to add media</a:t>
            </a:r>
            <a:endParaRPr lang="en-GB" dirty="0"/>
          </a:p>
        </p:txBody>
      </p:sp>
      <p:sp>
        <p:nvSpPr>
          <p:cNvPr id="2" name="Title 1">
            <a:extLst>
              <a:ext uri="{FF2B5EF4-FFF2-40B4-BE49-F238E27FC236}">
                <a16:creationId xmlns:a16="http://schemas.microsoft.com/office/drawing/2014/main" id="{94D7FB44-B56E-4B5F-9ED0-C2E1EFE71ED4}"/>
              </a:ext>
            </a:extLst>
          </p:cNvPr>
          <p:cNvSpPr>
            <a:spLocks noGrp="1"/>
          </p:cNvSpPr>
          <p:nvPr>
            <p:ph type="ctrTitle"/>
          </p:nvPr>
        </p:nvSpPr>
        <p:spPr>
          <a:xfrm>
            <a:off x="623888" y="1112838"/>
            <a:ext cx="7272312" cy="2387600"/>
          </a:xfrm>
        </p:spPr>
        <p:txBody>
          <a:bodyPr anchor="b"/>
          <a:lstStyle>
            <a:lvl1pPr algn="l">
              <a:defRPr sz="4400" spc="0" baseline="0"/>
            </a:lvl1pPr>
          </a:lstStyle>
          <a:p>
            <a:r>
              <a:rPr lang="en-US"/>
              <a:t>Click to edit Master title style</a:t>
            </a:r>
            <a:endParaRPr lang="de-CH"/>
          </a:p>
        </p:txBody>
      </p:sp>
      <p:sp>
        <p:nvSpPr>
          <p:cNvPr id="3" name="Subtitle 2">
            <a:extLst>
              <a:ext uri="{FF2B5EF4-FFF2-40B4-BE49-F238E27FC236}">
                <a16:creationId xmlns:a16="http://schemas.microsoft.com/office/drawing/2014/main" id="{573ECBC1-DF2C-4930-BE65-FF204DC6E9B6}"/>
              </a:ext>
            </a:extLst>
          </p:cNvPr>
          <p:cNvSpPr>
            <a:spLocks noGrp="1"/>
          </p:cNvSpPr>
          <p:nvPr>
            <p:ph type="subTitle" idx="1"/>
          </p:nvPr>
        </p:nvSpPr>
        <p:spPr>
          <a:xfrm>
            <a:off x="622300" y="3981450"/>
            <a:ext cx="5473700" cy="1655763"/>
          </a:xfrm>
          <a:prstGeom prst="rect">
            <a:avLst/>
          </a:prstGeom>
        </p:spPr>
        <p:txBody>
          <a:bodyPr/>
          <a:lstStyle>
            <a:lvl1pPr marL="0" indent="0" algn="l">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CH"/>
          </a:p>
        </p:txBody>
      </p:sp>
      <p:sp>
        <p:nvSpPr>
          <p:cNvPr id="8" name="Text Placeholder 7">
            <a:extLst>
              <a:ext uri="{FF2B5EF4-FFF2-40B4-BE49-F238E27FC236}">
                <a16:creationId xmlns:a16="http://schemas.microsoft.com/office/drawing/2014/main" id="{209C1945-4E7A-454E-B593-F846110E95F1}"/>
              </a:ext>
            </a:extLst>
          </p:cNvPr>
          <p:cNvSpPr>
            <a:spLocks noGrp="1"/>
          </p:cNvSpPr>
          <p:nvPr>
            <p:ph type="body" sz="quarter" idx="12" hasCustomPrompt="1"/>
          </p:nvPr>
        </p:nvSpPr>
        <p:spPr>
          <a:xfrm>
            <a:off x="622800" y="6105601"/>
            <a:ext cx="3530652" cy="190424"/>
          </a:xfrm>
          <a:prstGeom prst="rect">
            <a:avLst/>
          </a:prstGeom>
        </p:spPr>
        <p:txBody>
          <a:bodyPr/>
          <a:lstStyle>
            <a:lvl1pPr marL="0" indent="0">
              <a:lnSpc>
                <a:spcPct val="126000"/>
              </a:lnSpc>
              <a:spcBef>
                <a:spcPts val="0"/>
              </a:spcBef>
              <a:buNone/>
              <a:defRPr sz="1100" spc="-10" baseline="0"/>
            </a:lvl1pPr>
          </a:lstStyle>
          <a:p>
            <a:pPr lvl="0"/>
            <a:r>
              <a:rPr lang="de-CH"/>
              <a:t>Ort, Datum der Präsentation</a:t>
            </a:r>
          </a:p>
        </p:txBody>
      </p:sp>
      <p:pic>
        <p:nvPicPr>
          <p:cNvPr id="4" name="Graphic 3">
            <a:extLst>
              <a:ext uri="{FF2B5EF4-FFF2-40B4-BE49-F238E27FC236}">
                <a16:creationId xmlns:a16="http://schemas.microsoft.com/office/drawing/2014/main" id="{5D5765B6-5479-0FC7-109A-2B825B6E9C37}"/>
              </a:ext>
            </a:extLst>
          </p:cNvPr>
          <p:cNvPicPr>
            <a:picLocks noChangeAspect="1"/>
          </p:cNvPicPr>
          <p:nvPr userDrawn="1"/>
        </p:nvPicPr>
        <p:blipFill>
          <a:blip>
            <a:extLst>
              <a:ext uri="{28A0092B-C50C-407E-A947-70E740481C1C}">
                <a14:useLocalDpi xmlns:a14="http://schemas.microsoft.com/office/drawing/2010/main" val="0"/>
              </a:ext>
            </a:extLst>
          </a:blip>
          <a:stretch>
            <a:fillRect/>
          </a:stretch>
        </p:blipFill>
        <p:spPr>
          <a:xfrm>
            <a:off x="570705" y="561975"/>
            <a:ext cx="1897984" cy="378246"/>
          </a:xfrm>
          <a:prstGeom prst="rect">
            <a:avLst/>
          </a:prstGeom>
        </p:spPr>
      </p:pic>
    </p:spTree>
    <p:extLst>
      <p:ext uri="{BB962C8B-B14F-4D97-AF65-F5344CB8AC3E}">
        <p14:creationId xmlns:p14="http://schemas.microsoft.com/office/powerpoint/2010/main" val="41231778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Inhaltsverzeichni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41D08-1B5B-4F8F-B6E5-A3393907AA3A}"/>
              </a:ext>
            </a:extLst>
          </p:cNvPr>
          <p:cNvSpPr>
            <a:spLocks noGrp="1"/>
          </p:cNvSpPr>
          <p:nvPr>
            <p:ph type="title"/>
          </p:nvPr>
        </p:nvSpPr>
        <p:spPr>
          <a:xfrm>
            <a:off x="622799" y="478800"/>
            <a:ext cx="10978139" cy="351462"/>
          </a:xfrm>
        </p:spPr>
        <p:txBody>
          <a:bodyPr/>
          <a:lstStyle/>
          <a:p>
            <a:r>
              <a:rPr lang="en-US"/>
              <a:t>Click to edit Master title style</a:t>
            </a:r>
            <a:endParaRPr lang="de-CH"/>
          </a:p>
        </p:txBody>
      </p:sp>
      <p:sp>
        <p:nvSpPr>
          <p:cNvPr id="3" name="Content Placeholder 2">
            <a:extLst>
              <a:ext uri="{FF2B5EF4-FFF2-40B4-BE49-F238E27FC236}">
                <a16:creationId xmlns:a16="http://schemas.microsoft.com/office/drawing/2014/main" id="{38D221C2-1174-4FDC-B6EE-389893A61451}"/>
              </a:ext>
            </a:extLst>
          </p:cNvPr>
          <p:cNvSpPr>
            <a:spLocks noGrp="1"/>
          </p:cNvSpPr>
          <p:nvPr>
            <p:ph idx="1" hasCustomPrompt="1"/>
          </p:nvPr>
        </p:nvSpPr>
        <p:spPr>
          <a:xfrm>
            <a:off x="622800" y="1663200"/>
            <a:ext cx="10978138" cy="4364538"/>
          </a:xfrm>
          <a:prstGeom prst="rect">
            <a:avLst/>
          </a:prstGeom>
        </p:spPr>
        <p:txBody>
          <a:bodyPr/>
          <a:lstStyle>
            <a:lvl1pPr marL="252000" indent="-252000">
              <a:lnSpc>
                <a:spcPct val="111000"/>
              </a:lnSpc>
              <a:spcBef>
                <a:spcPts val="1200"/>
              </a:spcBef>
              <a:buSzPct val="100000"/>
              <a:buFont typeface="Arial" panose="020B0604020202020204" pitchFamily="34" charset="0"/>
              <a:buChar char="•"/>
              <a:defRPr sz="2000"/>
            </a:lvl1pPr>
            <a:lvl2pPr marL="504000" indent="-252000">
              <a:lnSpc>
                <a:spcPct val="111000"/>
              </a:lnSpc>
              <a:spcBef>
                <a:spcPts val="1200"/>
              </a:spcBef>
              <a:buSzPct val="100000"/>
              <a:buFont typeface="Arial" panose="020B0604020202020204" pitchFamily="34" charset="0"/>
              <a:buChar char="•"/>
              <a:defRPr sz="2000"/>
            </a:lvl2pPr>
            <a:lvl3pPr marL="756000" indent="-252000">
              <a:lnSpc>
                <a:spcPct val="111000"/>
              </a:lnSpc>
              <a:spcBef>
                <a:spcPts val="1200"/>
              </a:spcBef>
              <a:buSzPct val="100000"/>
              <a:buFont typeface="Arial" panose="020B0604020202020204" pitchFamily="34" charset="0"/>
              <a:buChar char="•"/>
              <a:defRPr sz="2000"/>
            </a:lvl3pPr>
            <a:lvl4pPr marL="1008000" indent="-252000">
              <a:lnSpc>
                <a:spcPct val="111000"/>
              </a:lnSpc>
              <a:spcBef>
                <a:spcPts val="1200"/>
              </a:spcBef>
              <a:buSzPct val="100000"/>
              <a:buFont typeface="Arial" panose="020B0604020202020204" pitchFamily="34" charset="0"/>
              <a:buChar char="•"/>
              <a:defRPr sz="2000"/>
            </a:lvl4pPr>
            <a:lvl5pPr marL="1260000" indent="-252000">
              <a:lnSpc>
                <a:spcPct val="111000"/>
              </a:lnSpc>
              <a:spcBef>
                <a:spcPts val="1200"/>
              </a:spcBef>
              <a:buSzPct val="100000"/>
              <a:buFont typeface="Arial" panose="020B0604020202020204" pitchFamily="34" charset="0"/>
              <a:buChar char="•"/>
              <a:defRPr sz="2000"/>
            </a:lvl5pPr>
          </a:lstStyle>
          <a:p>
            <a:pPr lvl="0"/>
            <a:r>
              <a:rPr lang="de-CH"/>
              <a:t>Click </a:t>
            </a:r>
            <a:r>
              <a:rPr lang="de-CH" err="1"/>
              <a:t>to</a:t>
            </a:r>
            <a:r>
              <a:rPr lang="de-CH"/>
              <a:t> </a:t>
            </a:r>
            <a:r>
              <a:rPr lang="de-CH" err="1"/>
              <a:t>edit</a:t>
            </a:r>
            <a:r>
              <a:rPr lang="de-CH"/>
              <a:t> Master </a:t>
            </a:r>
            <a:r>
              <a:rPr lang="de-CH" err="1"/>
              <a:t>text</a:t>
            </a:r>
            <a:r>
              <a:rPr lang="de-CH"/>
              <a:t> </a:t>
            </a:r>
            <a:r>
              <a:rPr lang="de-CH" err="1"/>
              <a:t>styles</a:t>
            </a:r>
            <a:endParaRPr lang="de-CH"/>
          </a:p>
          <a:p>
            <a:pPr lvl="1"/>
            <a:r>
              <a:rPr lang="de-CH"/>
              <a:t>Second </a:t>
            </a:r>
            <a:r>
              <a:rPr lang="de-CH" err="1"/>
              <a:t>level</a:t>
            </a:r>
            <a:endParaRPr lang="de-CH"/>
          </a:p>
          <a:p>
            <a:pPr lvl="2"/>
            <a:r>
              <a:rPr lang="de-CH"/>
              <a:t>Third </a:t>
            </a:r>
            <a:r>
              <a:rPr lang="de-CH" err="1"/>
              <a:t>level</a:t>
            </a:r>
            <a:endParaRPr lang="de-CH"/>
          </a:p>
          <a:p>
            <a:pPr lvl="3"/>
            <a:r>
              <a:rPr lang="de-CH" err="1"/>
              <a:t>Fourth</a:t>
            </a:r>
            <a:r>
              <a:rPr lang="de-CH"/>
              <a:t> </a:t>
            </a:r>
            <a:r>
              <a:rPr lang="de-CH" err="1"/>
              <a:t>level</a:t>
            </a:r>
            <a:endParaRPr lang="de-CH"/>
          </a:p>
          <a:p>
            <a:pPr lvl="4"/>
            <a:r>
              <a:rPr lang="de-CH" err="1"/>
              <a:t>Fifth</a:t>
            </a:r>
            <a:r>
              <a:rPr lang="de-CH"/>
              <a:t> </a:t>
            </a:r>
            <a:r>
              <a:rPr lang="de-CH" err="1"/>
              <a:t>level</a:t>
            </a:r>
            <a:endParaRPr lang="de-CH"/>
          </a:p>
        </p:txBody>
      </p:sp>
      <p:sp>
        <p:nvSpPr>
          <p:cNvPr id="7" name="Slide Number Placeholder 6">
            <a:extLst>
              <a:ext uri="{FF2B5EF4-FFF2-40B4-BE49-F238E27FC236}">
                <a16:creationId xmlns:a16="http://schemas.microsoft.com/office/drawing/2014/main" id="{F4DE3FBD-DB72-4F99-8374-1E3DAAD739CE}"/>
              </a:ext>
            </a:extLst>
          </p:cNvPr>
          <p:cNvSpPr>
            <a:spLocks noGrp="1"/>
          </p:cNvSpPr>
          <p:nvPr>
            <p:ph type="sldNum" sz="quarter" idx="11"/>
          </p:nvPr>
        </p:nvSpPr>
        <p:spPr/>
        <p:txBody>
          <a:bodyPr/>
          <a:lstStyle/>
          <a:p>
            <a:fld id="{80E579B3-3212-4A9A-A56F-4CEE2A1A27FD}" type="slidenum">
              <a:rPr lang="de-CH" smtClean="0"/>
              <a:pPr/>
              <a:t>‹Nr.›</a:t>
            </a:fld>
            <a:endParaRPr lang="de-CH"/>
          </a:p>
        </p:txBody>
      </p:sp>
      <p:pic>
        <p:nvPicPr>
          <p:cNvPr id="6" name="Aveniq_Logo_sw_neg_RGB.pdf">
            <a:extLst>
              <a:ext uri="{FF2B5EF4-FFF2-40B4-BE49-F238E27FC236}">
                <a16:creationId xmlns:a16="http://schemas.microsoft.com/office/drawing/2014/main" id="{D29F8CCB-CAA8-09B8-79B3-2EBFB3D53BDC}"/>
              </a:ext>
            </a:extLst>
          </p:cNvPr>
          <p:cNvPicPr>
            <a:picLocks/>
          </p:cNvPicPr>
          <p:nvPr userDrawn="1"/>
        </p:nvPicPr>
        <p:blipFill>
          <a:blip r:embed="rId2" cstate="print">
            <a:extLst>
              <a:ext uri="{28A0092B-C50C-407E-A947-70E740481C1C}">
                <a14:useLocalDpi xmlns:a14="http://schemas.microsoft.com/office/drawing/2010/main"/>
              </a:ext>
            </a:extLst>
          </a:blip>
          <a:srcRect/>
          <a:stretch/>
        </p:blipFill>
        <p:spPr>
          <a:xfrm>
            <a:off x="602456" y="6387373"/>
            <a:ext cx="628650" cy="85822"/>
          </a:xfrm>
          <a:prstGeom prst="rect">
            <a:avLst/>
          </a:prstGeom>
          <a:ln w="12700">
            <a:miter lim="400000"/>
          </a:ln>
        </p:spPr>
      </p:pic>
      <p:sp>
        <p:nvSpPr>
          <p:cNvPr id="4" name="Footer Placeholder 3">
            <a:extLst>
              <a:ext uri="{FF2B5EF4-FFF2-40B4-BE49-F238E27FC236}">
                <a16:creationId xmlns:a16="http://schemas.microsoft.com/office/drawing/2014/main" id="{B11E0285-698A-7843-533B-1671E0BB28CA}"/>
              </a:ext>
            </a:extLst>
          </p:cNvPr>
          <p:cNvSpPr txBox="1">
            <a:spLocks/>
          </p:cNvSpPr>
          <p:nvPr userDrawn="1"/>
        </p:nvSpPr>
        <p:spPr>
          <a:xfrm>
            <a:off x="4281057" y="6296891"/>
            <a:ext cx="4436918" cy="218210"/>
          </a:xfrm>
          <a:prstGeom prst="rect">
            <a:avLst/>
          </a:prstGeom>
        </p:spPr>
        <p:txBody>
          <a:bodyPr/>
          <a:lstStyle>
            <a:defPPr>
              <a:defRPr lang="en-US"/>
            </a:defPPr>
            <a:lvl1pPr marL="0" algn="l"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CH" sz="800" dirty="0"/>
              <a:t>Showcase </a:t>
            </a:r>
            <a:r>
              <a:rPr lang="de-CH" sz="800" dirty="0" err="1"/>
              <a:t>Vaccination</a:t>
            </a:r>
            <a:r>
              <a:rPr lang="de-CH" sz="800" dirty="0"/>
              <a:t> - 23.03.2026</a:t>
            </a:r>
          </a:p>
        </p:txBody>
      </p:sp>
      <p:pic>
        <p:nvPicPr>
          <p:cNvPr id="5" name="Grafik 4" descr="HL7 FHIR – mobile Kommunikation und mehr – HL7 Deutschland">
            <a:extLst>
              <a:ext uri="{FF2B5EF4-FFF2-40B4-BE49-F238E27FC236}">
                <a16:creationId xmlns:a16="http://schemas.microsoft.com/office/drawing/2014/main" id="{3512E437-4793-DF7F-D86A-49658F7ED72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341666" y="6357562"/>
            <a:ext cx="448106" cy="108000"/>
          </a:xfrm>
          <a:prstGeom prst="rect">
            <a:avLst/>
          </a:prstGeom>
        </p:spPr>
      </p:pic>
    </p:spTree>
    <p:extLst>
      <p:ext uri="{BB962C8B-B14F-4D97-AF65-F5344CB8AC3E}">
        <p14:creationId xmlns:p14="http://schemas.microsoft.com/office/powerpoint/2010/main" val="2397986086"/>
      </p:ext>
    </p:extLst>
  </p:cSld>
  <p:clrMapOvr>
    <a:masterClrMapping/>
  </p:clrMapOvr>
  <p:transition spd="slow">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Inhaltsverzeichnis">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F4DE3FBD-DB72-4F99-8374-1E3DAAD739CE}"/>
              </a:ext>
            </a:extLst>
          </p:cNvPr>
          <p:cNvSpPr>
            <a:spLocks noGrp="1"/>
          </p:cNvSpPr>
          <p:nvPr>
            <p:ph type="sldNum" sz="quarter" idx="11"/>
          </p:nvPr>
        </p:nvSpPr>
        <p:spPr/>
        <p:txBody>
          <a:bodyPr/>
          <a:lstStyle/>
          <a:p>
            <a:fld id="{80E579B3-3212-4A9A-A56F-4CEE2A1A27FD}" type="slidenum">
              <a:rPr lang="de-CH" smtClean="0"/>
              <a:pPr/>
              <a:t>‹Nr.›</a:t>
            </a:fld>
            <a:endParaRPr lang="de-CH"/>
          </a:p>
        </p:txBody>
      </p:sp>
      <p:sp>
        <p:nvSpPr>
          <p:cNvPr id="5" name="Content Placeholder 1">
            <a:extLst>
              <a:ext uri="{FF2B5EF4-FFF2-40B4-BE49-F238E27FC236}">
                <a16:creationId xmlns:a16="http://schemas.microsoft.com/office/drawing/2014/main" id="{F518BE47-4B96-50B2-52B8-0B36BBB9687D}"/>
              </a:ext>
            </a:extLst>
          </p:cNvPr>
          <p:cNvSpPr>
            <a:spLocks noGrp="1"/>
          </p:cNvSpPr>
          <p:nvPr>
            <p:ph idx="1" hasCustomPrompt="1"/>
          </p:nvPr>
        </p:nvSpPr>
        <p:spPr>
          <a:xfrm>
            <a:off x="622800" y="1538641"/>
            <a:ext cx="4547078" cy="4364538"/>
          </a:xfrm>
        </p:spPr>
        <p:txBody>
          <a:bodyPr anchor="ctr"/>
          <a:lstStyle/>
          <a:p>
            <a:pPr marL="0" indent="0">
              <a:buNone/>
            </a:pPr>
            <a:r>
              <a:rPr lang="de-CH" dirty="0">
                <a:solidFill>
                  <a:schemeClr val="tx2"/>
                </a:solidFill>
              </a:rPr>
              <a:t>Das mache ich bei Aveniq</a:t>
            </a:r>
          </a:p>
          <a:p>
            <a:pPr lvl="1">
              <a:spcBef>
                <a:spcPts val="600"/>
              </a:spcBef>
              <a:buFont typeface="Arial" panose="020B0604020202020204" pitchFamily="34" charset="0"/>
              <a:buChar char="•"/>
            </a:pPr>
            <a:r>
              <a:rPr lang="en-GB" b="0" i="0" u="none" strike="noStrike" dirty="0">
                <a:solidFill>
                  <a:srgbClr val="000000"/>
                </a:solidFill>
                <a:effectLst/>
                <a:latin typeface="Open Sans" panose="020B0606030504020204" pitchFamily="34" charset="0"/>
              </a:rPr>
              <a:t>Lorem ipsum </a:t>
            </a:r>
            <a:r>
              <a:rPr lang="en-GB" b="0" i="0" u="none" strike="noStrike" dirty="0" err="1">
                <a:solidFill>
                  <a:srgbClr val="000000"/>
                </a:solidFill>
                <a:effectLst/>
                <a:latin typeface="Open Sans" panose="020B0606030504020204" pitchFamily="34" charset="0"/>
              </a:rPr>
              <a:t>dolor</a:t>
            </a:r>
            <a:r>
              <a:rPr lang="en-GB" b="0" i="0" u="none" strike="noStrike" dirty="0">
                <a:solidFill>
                  <a:srgbClr val="000000"/>
                </a:solidFill>
                <a:effectLst/>
                <a:latin typeface="Open Sans" panose="020B0606030504020204" pitchFamily="34" charset="0"/>
              </a:rPr>
              <a:t> sit </a:t>
            </a:r>
            <a:r>
              <a:rPr lang="en-GB" b="0" i="0" u="none" strike="noStrike" dirty="0" err="1">
                <a:solidFill>
                  <a:srgbClr val="000000"/>
                </a:solidFill>
                <a:effectLst/>
                <a:latin typeface="Open Sans" panose="020B0606030504020204" pitchFamily="34" charset="0"/>
              </a:rPr>
              <a:t>amet</a:t>
            </a:r>
            <a:r>
              <a:rPr lang="en-GB" b="0" i="0" u="none" strike="noStrike" dirty="0">
                <a:solidFill>
                  <a:srgbClr val="000000"/>
                </a:solidFill>
                <a:effectLst/>
                <a:latin typeface="Open Sans" panose="020B0606030504020204" pitchFamily="34" charset="0"/>
              </a:rPr>
              <a:t>, </a:t>
            </a:r>
            <a:r>
              <a:rPr lang="en-GB" b="0" i="0" u="none" strike="noStrike" dirty="0" err="1">
                <a:solidFill>
                  <a:srgbClr val="000000"/>
                </a:solidFill>
                <a:effectLst/>
                <a:latin typeface="Open Sans" panose="020B0606030504020204" pitchFamily="34" charset="0"/>
              </a:rPr>
              <a:t>consectetur</a:t>
            </a:r>
            <a:r>
              <a:rPr lang="en-GB" b="0" i="0" u="none" strike="noStrike" dirty="0">
                <a:solidFill>
                  <a:srgbClr val="000000"/>
                </a:solidFill>
                <a:effectLst/>
                <a:latin typeface="Open Sans" panose="020B0606030504020204" pitchFamily="34" charset="0"/>
              </a:rPr>
              <a:t> </a:t>
            </a:r>
            <a:r>
              <a:rPr lang="en-GB" b="0" i="0" u="none" strike="noStrike" dirty="0" err="1">
                <a:solidFill>
                  <a:srgbClr val="000000"/>
                </a:solidFill>
                <a:effectLst/>
                <a:latin typeface="Open Sans" panose="020B0606030504020204" pitchFamily="34" charset="0"/>
              </a:rPr>
              <a:t>adipiscing</a:t>
            </a:r>
            <a:r>
              <a:rPr lang="en-GB" b="0" i="0" u="none" strike="noStrike" dirty="0">
                <a:solidFill>
                  <a:srgbClr val="000000"/>
                </a:solidFill>
                <a:effectLst/>
                <a:latin typeface="Open Sans" panose="020B0606030504020204" pitchFamily="34" charset="0"/>
              </a:rPr>
              <a:t> </a:t>
            </a:r>
            <a:r>
              <a:rPr lang="en-GB" b="0" i="0" u="none" strike="noStrike" dirty="0" err="1">
                <a:solidFill>
                  <a:srgbClr val="000000"/>
                </a:solidFill>
                <a:effectLst/>
                <a:latin typeface="Open Sans" panose="020B0606030504020204" pitchFamily="34" charset="0"/>
              </a:rPr>
              <a:t>elit</a:t>
            </a:r>
            <a:r>
              <a:rPr lang="en-GB" b="0" i="0" u="none" strike="noStrike" dirty="0">
                <a:solidFill>
                  <a:srgbClr val="000000"/>
                </a:solidFill>
                <a:effectLst/>
                <a:latin typeface="Open Sans" panose="020B0606030504020204" pitchFamily="34" charset="0"/>
              </a:rPr>
              <a:t>, </a:t>
            </a:r>
            <a:r>
              <a:rPr lang="en-GB" b="0" i="0" u="none" strike="noStrike" dirty="0" err="1">
                <a:solidFill>
                  <a:srgbClr val="000000"/>
                </a:solidFill>
                <a:effectLst/>
                <a:latin typeface="Open Sans" panose="020B0606030504020204" pitchFamily="34" charset="0"/>
              </a:rPr>
              <a:t>sed</a:t>
            </a:r>
            <a:r>
              <a:rPr lang="en-GB" b="0" i="0" u="none" strike="noStrike" dirty="0">
                <a:solidFill>
                  <a:srgbClr val="000000"/>
                </a:solidFill>
                <a:effectLst/>
                <a:latin typeface="Open Sans" panose="020B0606030504020204" pitchFamily="34" charset="0"/>
              </a:rPr>
              <a:t> do </a:t>
            </a:r>
            <a:r>
              <a:rPr lang="en-GB" b="0" i="0" u="none" strike="noStrike" dirty="0" err="1">
                <a:solidFill>
                  <a:srgbClr val="000000"/>
                </a:solidFill>
                <a:effectLst/>
                <a:latin typeface="Open Sans" panose="020B0606030504020204" pitchFamily="34" charset="0"/>
              </a:rPr>
              <a:t>eiusmod</a:t>
            </a:r>
            <a:r>
              <a:rPr lang="en-GB" b="0" i="0" u="none" strike="noStrike" dirty="0">
                <a:solidFill>
                  <a:srgbClr val="000000"/>
                </a:solidFill>
                <a:effectLst/>
                <a:latin typeface="Open Sans" panose="020B0606030504020204" pitchFamily="34" charset="0"/>
              </a:rPr>
              <a:t> </a:t>
            </a:r>
            <a:r>
              <a:rPr lang="en-GB" b="0" i="0" u="none" strike="noStrike" dirty="0" err="1">
                <a:solidFill>
                  <a:srgbClr val="000000"/>
                </a:solidFill>
                <a:effectLst/>
                <a:latin typeface="Open Sans" panose="020B0606030504020204" pitchFamily="34" charset="0"/>
              </a:rPr>
              <a:t>tempor</a:t>
            </a:r>
            <a:r>
              <a:rPr lang="en-GB" b="0" i="0" u="none" strike="noStrike" dirty="0">
                <a:solidFill>
                  <a:srgbClr val="000000"/>
                </a:solidFill>
                <a:effectLst/>
                <a:latin typeface="Open Sans" panose="020B0606030504020204" pitchFamily="34" charset="0"/>
              </a:rPr>
              <a:t> </a:t>
            </a:r>
            <a:r>
              <a:rPr lang="en-GB" b="0" i="0" u="none" strike="noStrike" dirty="0" err="1">
                <a:solidFill>
                  <a:srgbClr val="000000"/>
                </a:solidFill>
                <a:effectLst/>
                <a:latin typeface="Open Sans" panose="020B0606030504020204" pitchFamily="34" charset="0"/>
              </a:rPr>
              <a:t>incididunt</a:t>
            </a:r>
            <a:r>
              <a:rPr lang="en-GB" b="0" i="0" u="none" strike="noStrike" dirty="0">
                <a:solidFill>
                  <a:srgbClr val="000000"/>
                </a:solidFill>
                <a:effectLst/>
                <a:latin typeface="Open Sans" panose="020B0606030504020204" pitchFamily="34" charset="0"/>
              </a:rPr>
              <a:t> </a:t>
            </a:r>
            <a:r>
              <a:rPr lang="en-GB" b="0" i="0" u="none" strike="noStrike" dirty="0" err="1">
                <a:solidFill>
                  <a:srgbClr val="000000"/>
                </a:solidFill>
                <a:effectLst/>
                <a:latin typeface="Open Sans" panose="020B0606030504020204" pitchFamily="34" charset="0"/>
              </a:rPr>
              <a:t>ut</a:t>
            </a:r>
            <a:r>
              <a:rPr lang="en-GB" b="0" i="0" u="none" strike="noStrike" dirty="0">
                <a:solidFill>
                  <a:srgbClr val="000000"/>
                </a:solidFill>
                <a:effectLst/>
                <a:latin typeface="Open Sans" panose="020B0606030504020204" pitchFamily="34" charset="0"/>
              </a:rPr>
              <a:t> labore et dolore magna </a:t>
            </a:r>
            <a:r>
              <a:rPr lang="en-GB" b="0" i="0" u="none" strike="noStrike" dirty="0" err="1">
                <a:solidFill>
                  <a:srgbClr val="000000"/>
                </a:solidFill>
                <a:effectLst/>
                <a:latin typeface="Open Sans" panose="020B0606030504020204" pitchFamily="34" charset="0"/>
              </a:rPr>
              <a:t>aliqua</a:t>
            </a:r>
            <a:r>
              <a:rPr lang="en-GB" b="0" i="0" u="none" strike="noStrike" dirty="0">
                <a:solidFill>
                  <a:srgbClr val="000000"/>
                </a:solidFill>
                <a:effectLst/>
                <a:latin typeface="Open Sans" panose="020B0606030504020204" pitchFamily="34" charset="0"/>
              </a:rPr>
              <a:t>. Ut </a:t>
            </a:r>
            <a:r>
              <a:rPr lang="en-GB" b="0" i="0" u="none" strike="noStrike" dirty="0" err="1">
                <a:solidFill>
                  <a:srgbClr val="000000"/>
                </a:solidFill>
                <a:effectLst/>
                <a:latin typeface="Open Sans" panose="020B0606030504020204" pitchFamily="34" charset="0"/>
              </a:rPr>
              <a:t>enim</a:t>
            </a:r>
            <a:r>
              <a:rPr lang="en-GB" b="0" i="0" u="none" strike="noStrike" dirty="0">
                <a:solidFill>
                  <a:srgbClr val="000000"/>
                </a:solidFill>
                <a:effectLst/>
                <a:latin typeface="Open Sans" panose="020B0606030504020204" pitchFamily="34" charset="0"/>
              </a:rPr>
              <a:t> ad minim </a:t>
            </a:r>
            <a:r>
              <a:rPr lang="en-GB" b="0" i="0" u="none" strike="noStrike" dirty="0" err="1">
                <a:solidFill>
                  <a:srgbClr val="000000"/>
                </a:solidFill>
                <a:effectLst/>
                <a:latin typeface="Open Sans" panose="020B0606030504020204" pitchFamily="34" charset="0"/>
              </a:rPr>
              <a:t>veniam</a:t>
            </a:r>
            <a:r>
              <a:rPr lang="en-GB" b="0" i="0" u="none" strike="noStrike" dirty="0">
                <a:solidFill>
                  <a:srgbClr val="000000"/>
                </a:solidFill>
                <a:effectLst/>
                <a:latin typeface="Open Sans" panose="020B0606030504020204" pitchFamily="34" charset="0"/>
              </a:rPr>
              <a:t>, </a:t>
            </a:r>
            <a:r>
              <a:rPr lang="en-GB" b="0" i="0" u="none" strike="noStrike" dirty="0" err="1">
                <a:solidFill>
                  <a:srgbClr val="000000"/>
                </a:solidFill>
                <a:effectLst/>
                <a:latin typeface="Open Sans" panose="020B0606030504020204" pitchFamily="34" charset="0"/>
              </a:rPr>
              <a:t>quis</a:t>
            </a:r>
            <a:r>
              <a:rPr lang="en-GB" b="0" i="0" u="none" strike="noStrike" dirty="0">
                <a:solidFill>
                  <a:srgbClr val="000000"/>
                </a:solidFill>
                <a:effectLst/>
                <a:latin typeface="Open Sans" panose="020B0606030504020204" pitchFamily="34" charset="0"/>
              </a:rPr>
              <a:t> </a:t>
            </a:r>
            <a:r>
              <a:rPr lang="en-GB" b="0" i="0" u="none" strike="noStrike" dirty="0" err="1">
                <a:solidFill>
                  <a:srgbClr val="000000"/>
                </a:solidFill>
                <a:effectLst/>
                <a:latin typeface="Open Sans" panose="020B0606030504020204" pitchFamily="34" charset="0"/>
              </a:rPr>
              <a:t>nostrud</a:t>
            </a:r>
            <a:r>
              <a:rPr lang="en-GB" b="0" i="0" u="none" strike="noStrike" dirty="0">
                <a:solidFill>
                  <a:srgbClr val="000000"/>
                </a:solidFill>
                <a:effectLst/>
                <a:latin typeface="Open Sans" panose="020B0606030504020204" pitchFamily="34" charset="0"/>
              </a:rPr>
              <a:t> exercitation</a:t>
            </a:r>
            <a:endParaRPr lang="de-CH" dirty="0"/>
          </a:p>
          <a:p>
            <a:pPr marL="0" indent="0">
              <a:buNone/>
            </a:pPr>
            <a:r>
              <a:rPr lang="de-CH" dirty="0">
                <a:solidFill>
                  <a:schemeClr val="tx2"/>
                </a:solidFill>
              </a:rPr>
              <a:t>Mehrwert für Sie</a:t>
            </a:r>
          </a:p>
          <a:p>
            <a:pPr lvl="1">
              <a:spcBef>
                <a:spcPts val="600"/>
              </a:spcBef>
            </a:pPr>
            <a:r>
              <a:rPr lang="en-GB" b="0" i="0" u="none" strike="noStrike" dirty="0">
                <a:solidFill>
                  <a:srgbClr val="000000"/>
                </a:solidFill>
                <a:effectLst/>
                <a:latin typeface="Open Sans" panose="020B0606030504020204" pitchFamily="34" charset="0"/>
              </a:rPr>
              <a:t>Lorem ipsum </a:t>
            </a:r>
            <a:r>
              <a:rPr lang="en-GB" b="0" i="0" u="none" strike="noStrike" dirty="0" err="1">
                <a:solidFill>
                  <a:srgbClr val="000000"/>
                </a:solidFill>
                <a:effectLst/>
                <a:latin typeface="Open Sans" panose="020B0606030504020204" pitchFamily="34" charset="0"/>
              </a:rPr>
              <a:t>dolor</a:t>
            </a:r>
            <a:r>
              <a:rPr lang="en-GB" b="0" i="0" u="none" strike="noStrike" dirty="0">
                <a:solidFill>
                  <a:srgbClr val="000000"/>
                </a:solidFill>
                <a:effectLst/>
                <a:latin typeface="Open Sans" panose="020B0606030504020204" pitchFamily="34" charset="0"/>
              </a:rPr>
              <a:t> sit </a:t>
            </a:r>
            <a:r>
              <a:rPr lang="en-GB" b="0" i="0" u="none" strike="noStrike" dirty="0" err="1">
                <a:solidFill>
                  <a:srgbClr val="000000"/>
                </a:solidFill>
                <a:effectLst/>
                <a:latin typeface="Open Sans" panose="020B0606030504020204" pitchFamily="34" charset="0"/>
              </a:rPr>
              <a:t>amet</a:t>
            </a:r>
            <a:r>
              <a:rPr lang="en-GB" b="0" i="0" u="none" strike="noStrike" dirty="0">
                <a:solidFill>
                  <a:srgbClr val="000000"/>
                </a:solidFill>
                <a:effectLst/>
                <a:latin typeface="Open Sans" panose="020B0606030504020204" pitchFamily="34" charset="0"/>
              </a:rPr>
              <a:t>, </a:t>
            </a:r>
            <a:r>
              <a:rPr lang="en-GB" b="0" i="0" u="none" strike="noStrike" dirty="0" err="1">
                <a:solidFill>
                  <a:srgbClr val="000000"/>
                </a:solidFill>
                <a:effectLst/>
                <a:latin typeface="Open Sans" panose="020B0606030504020204" pitchFamily="34" charset="0"/>
              </a:rPr>
              <a:t>consectetur</a:t>
            </a:r>
            <a:r>
              <a:rPr lang="en-GB" b="0" i="0" u="none" strike="noStrike" dirty="0">
                <a:solidFill>
                  <a:srgbClr val="000000"/>
                </a:solidFill>
                <a:effectLst/>
                <a:latin typeface="Open Sans" panose="020B0606030504020204" pitchFamily="34" charset="0"/>
              </a:rPr>
              <a:t> </a:t>
            </a:r>
            <a:r>
              <a:rPr lang="en-GB" b="0" i="0" u="none" strike="noStrike" dirty="0" err="1">
                <a:solidFill>
                  <a:srgbClr val="000000"/>
                </a:solidFill>
                <a:effectLst/>
                <a:latin typeface="Open Sans" panose="020B0606030504020204" pitchFamily="34" charset="0"/>
              </a:rPr>
              <a:t>adipiscing</a:t>
            </a:r>
            <a:r>
              <a:rPr lang="en-GB" b="0" i="0" u="none" strike="noStrike" dirty="0">
                <a:solidFill>
                  <a:srgbClr val="000000"/>
                </a:solidFill>
                <a:effectLst/>
                <a:latin typeface="Open Sans" panose="020B0606030504020204" pitchFamily="34" charset="0"/>
              </a:rPr>
              <a:t> </a:t>
            </a:r>
            <a:r>
              <a:rPr lang="en-GB" b="0" i="0" u="none" strike="noStrike" dirty="0" err="1">
                <a:solidFill>
                  <a:srgbClr val="000000"/>
                </a:solidFill>
                <a:effectLst/>
                <a:latin typeface="Open Sans" panose="020B0606030504020204" pitchFamily="34" charset="0"/>
              </a:rPr>
              <a:t>elit</a:t>
            </a:r>
            <a:r>
              <a:rPr lang="en-GB" b="0" i="0" u="none" strike="noStrike" dirty="0">
                <a:solidFill>
                  <a:srgbClr val="000000"/>
                </a:solidFill>
                <a:effectLst/>
                <a:latin typeface="Open Sans" panose="020B0606030504020204" pitchFamily="34" charset="0"/>
              </a:rPr>
              <a:t>, </a:t>
            </a:r>
            <a:r>
              <a:rPr lang="en-GB" b="0" i="0" u="none" strike="noStrike" dirty="0" err="1">
                <a:solidFill>
                  <a:srgbClr val="000000"/>
                </a:solidFill>
                <a:effectLst/>
                <a:latin typeface="Open Sans" panose="020B0606030504020204" pitchFamily="34" charset="0"/>
              </a:rPr>
              <a:t>sed</a:t>
            </a:r>
            <a:r>
              <a:rPr lang="en-GB" b="0" i="0" u="none" strike="noStrike" dirty="0">
                <a:solidFill>
                  <a:srgbClr val="000000"/>
                </a:solidFill>
                <a:effectLst/>
                <a:latin typeface="Open Sans" panose="020B0606030504020204" pitchFamily="34" charset="0"/>
              </a:rPr>
              <a:t> do </a:t>
            </a:r>
            <a:r>
              <a:rPr lang="en-GB" b="0" i="0" u="none" strike="noStrike" dirty="0" err="1">
                <a:solidFill>
                  <a:srgbClr val="000000"/>
                </a:solidFill>
                <a:effectLst/>
                <a:latin typeface="Open Sans" panose="020B0606030504020204" pitchFamily="34" charset="0"/>
              </a:rPr>
              <a:t>eiusmod</a:t>
            </a:r>
            <a:r>
              <a:rPr lang="en-GB" b="0" i="0" u="none" strike="noStrike" dirty="0">
                <a:solidFill>
                  <a:srgbClr val="000000"/>
                </a:solidFill>
                <a:effectLst/>
                <a:latin typeface="Open Sans" panose="020B0606030504020204" pitchFamily="34" charset="0"/>
              </a:rPr>
              <a:t> </a:t>
            </a:r>
            <a:r>
              <a:rPr lang="en-GB" b="0" i="0" u="none" strike="noStrike" dirty="0" err="1">
                <a:solidFill>
                  <a:srgbClr val="000000"/>
                </a:solidFill>
                <a:effectLst/>
                <a:latin typeface="Open Sans" panose="020B0606030504020204" pitchFamily="34" charset="0"/>
              </a:rPr>
              <a:t>tempor</a:t>
            </a:r>
            <a:r>
              <a:rPr lang="en-GB" b="0" i="0" u="none" strike="noStrike" dirty="0">
                <a:solidFill>
                  <a:srgbClr val="000000"/>
                </a:solidFill>
                <a:effectLst/>
                <a:latin typeface="Open Sans" panose="020B0606030504020204" pitchFamily="34" charset="0"/>
              </a:rPr>
              <a:t> </a:t>
            </a:r>
            <a:r>
              <a:rPr lang="en-GB" b="0" i="0" u="none" strike="noStrike" dirty="0" err="1">
                <a:solidFill>
                  <a:srgbClr val="000000"/>
                </a:solidFill>
                <a:effectLst/>
                <a:latin typeface="Open Sans" panose="020B0606030504020204" pitchFamily="34" charset="0"/>
              </a:rPr>
              <a:t>incididunt</a:t>
            </a:r>
            <a:r>
              <a:rPr lang="en-GB" b="0" i="0" u="none" strike="noStrike" dirty="0">
                <a:solidFill>
                  <a:srgbClr val="000000"/>
                </a:solidFill>
                <a:effectLst/>
                <a:latin typeface="Open Sans" panose="020B0606030504020204" pitchFamily="34" charset="0"/>
              </a:rPr>
              <a:t> </a:t>
            </a:r>
            <a:r>
              <a:rPr lang="en-GB" b="0" i="0" u="none" strike="noStrike" dirty="0" err="1">
                <a:solidFill>
                  <a:srgbClr val="000000"/>
                </a:solidFill>
                <a:effectLst/>
                <a:latin typeface="Open Sans" panose="020B0606030504020204" pitchFamily="34" charset="0"/>
              </a:rPr>
              <a:t>ut</a:t>
            </a:r>
            <a:r>
              <a:rPr lang="en-GB" b="0" i="0" u="none" strike="noStrike" dirty="0">
                <a:solidFill>
                  <a:srgbClr val="000000"/>
                </a:solidFill>
                <a:effectLst/>
                <a:latin typeface="Open Sans" panose="020B0606030504020204" pitchFamily="34" charset="0"/>
              </a:rPr>
              <a:t> labore et dolore magna </a:t>
            </a:r>
            <a:r>
              <a:rPr lang="en-GB" b="0" i="0" u="none" strike="noStrike" dirty="0" err="1">
                <a:solidFill>
                  <a:srgbClr val="000000"/>
                </a:solidFill>
                <a:effectLst/>
                <a:latin typeface="Open Sans" panose="020B0606030504020204" pitchFamily="34" charset="0"/>
              </a:rPr>
              <a:t>aliqua</a:t>
            </a:r>
            <a:r>
              <a:rPr lang="en-GB" b="0" i="0" u="none" strike="noStrike" dirty="0">
                <a:solidFill>
                  <a:srgbClr val="000000"/>
                </a:solidFill>
                <a:effectLst/>
                <a:latin typeface="Open Sans" panose="020B0606030504020204" pitchFamily="34" charset="0"/>
              </a:rPr>
              <a:t>. Ut </a:t>
            </a:r>
            <a:r>
              <a:rPr lang="en-GB" b="0" i="0" u="none" strike="noStrike" dirty="0" err="1">
                <a:solidFill>
                  <a:srgbClr val="000000"/>
                </a:solidFill>
                <a:effectLst/>
                <a:latin typeface="Open Sans" panose="020B0606030504020204" pitchFamily="34" charset="0"/>
              </a:rPr>
              <a:t>enim</a:t>
            </a:r>
            <a:r>
              <a:rPr lang="en-GB" b="0" i="0" u="none" strike="noStrike" dirty="0">
                <a:solidFill>
                  <a:srgbClr val="000000"/>
                </a:solidFill>
                <a:effectLst/>
                <a:latin typeface="Open Sans" panose="020B0606030504020204" pitchFamily="34" charset="0"/>
              </a:rPr>
              <a:t> ad minim </a:t>
            </a:r>
            <a:r>
              <a:rPr lang="en-GB" b="0" i="0" u="none" strike="noStrike" dirty="0" err="1">
                <a:solidFill>
                  <a:srgbClr val="000000"/>
                </a:solidFill>
                <a:effectLst/>
                <a:latin typeface="Open Sans" panose="020B0606030504020204" pitchFamily="34" charset="0"/>
              </a:rPr>
              <a:t>veniam</a:t>
            </a:r>
            <a:r>
              <a:rPr lang="en-GB" b="0" i="0" u="none" strike="noStrike" dirty="0">
                <a:solidFill>
                  <a:srgbClr val="000000"/>
                </a:solidFill>
                <a:effectLst/>
                <a:latin typeface="Open Sans" panose="020B0606030504020204" pitchFamily="34" charset="0"/>
              </a:rPr>
              <a:t>, </a:t>
            </a:r>
            <a:r>
              <a:rPr lang="en-GB" b="0" i="0" u="none" strike="noStrike" dirty="0" err="1">
                <a:solidFill>
                  <a:srgbClr val="000000"/>
                </a:solidFill>
                <a:effectLst/>
                <a:latin typeface="Open Sans" panose="020B0606030504020204" pitchFamily="34" charset="0"/>
              </a:rPr>
              <a:t>quis</a:t>
            </a:r>
            <a:r>
              <a:rPr lang="en-GB" b="0" i="0" u="none" strike="noStrike" dirty="0">
                <a:solidFill>
                  <a:srgbClr val="000000"/>
                </a:solidFill>
                <a:effectLst/>
                <a:latin typeface="Open Sans" panose="020B0606030504020204" pitchFamily="34" charset="0"/>
              </a:rPr>
              <a:t> </a:t>
            </a:r>
            <a:r>
              <a:rPr lang="en-GB" b="0" i="0" u="none" strike="noStrike" dirty="0" err="1">
                <a:solidFill>
                  <a:srgbClr val="000000"/>
                </a:solidFill>
                <a:effectLst/>
                <a:latin typeface="Open Sans" panose="020B0606030504020204" pitchFamily="34" charset="0"/>
              </a:rPr>
              <a:t>nostrud</a:t>
            </a:r>
            <a:r>
              <a:rPr lang="en-GB" b="0" i="0" u="none" strike="noStrike" dirty="0">
                <a:solidFill>
                  <a:srgbClr val="000000"/>
                </a:solidFill>
                <a:effectLst/>
                <a:latin typeface="Open Sans" panose="020B0606030504020204" pitchFamily="34" charset="0"/>
              </a:rPr>
              <a:t> exercitation</a:t>
            </a:r>
            <a:endParaRPr lang="de-CH" dirty="0"/>
          </a:p>
          <a:p>
            <a:pPr marL="0" indent="0">
              <a:spcBef>
                <a:spcPts val="600"/>
              </a:spcBef>
              <a:buNone/>
            </a:pPr>
            <a:r>
              <a:rPr lang="de-CH" dirty="0">
                <a:solidFill>
                  <a:schemeClr val="tx2"/>
                </a:solidFill>
              </a:rPr>
              <a:t>Hobbies &amp; Interessen</a:t>
            </a:r>
          </a:p>
          <a:p>
            <a:pPr lvl="1">
              <a:spcBef>
                <a:spcPts val="600"/>
              </a:spcBef>
            </a:pPr>
            <a:r>
              <a:rPr lang="en-GB" b="0" i="0" u="none" strike="noStrike" dirty="0">
                <a:solidFill>
                  <a:srgbClr val="000000"/>
                </a:solidFill>
                <a:effectLst/>
                <a:latin typeface="Open Sans" panose="020B0606030504020204" pitchFamily="34" charset="0"/>
              </a:rPr>
              <a:t>Lorem ipsum </a:t>
            </a:r>
            <a:r>
              <a:rPr lang="en-GB" b="0" i="0" u="none" strike="noStrike" dirty="0" err="1">
                <a:solidFill>
                  <a:srgbClr val="000000"/>
                </a:solidFill>
                <a:effectLst/>
                <a:latin typeface="Open Sans" panose="020B0606030504020204" pitchFamily="34" charset="0"/>
              </a:rPr>
              <a:t>dolor</a:t>
            </a:r>
            <a:r>
              <a:rPr lang="en-GB" b="0" i="0" u="none" strike="noStrike" dirty="0">
                <a:solidFill>
                  <a:srgbClr val="000000"/>
                </a:solidFill>
                <a:effectLst/>
                <a:latin typeface="Open Sans" panose="020B0606030504020204" pitchFamily="34" charset="0"/>
              </a:rPr>
              <a:t> sit </a:t>
            </a:r>
            <a:r>
              <a:rPr lang="en-GB" b="0" i="0" u="none" strike="noStrike" dirty="0" err="1">
                <a:solidFill>
                  <a:srgbClr val="000000"/>
                </a:solidFill>
                <a:effectLst/>
                <a:latin typeface="Open Sans" panose="020B0606030504020204" pitchFamily="34" charset="0"/>
              </a:rPr>
              <a:t>amet</a:t>
            </a:r>
            <a:r>
              <a:rPr lang="en-GB" b="0" i="0" u="none" strike="noStrike" dirty="0">
                <a:solidFill>
                  <a:srgbClr val="000000"/>
                </a:solidFill>
                <a:effectLst/>
                <a:latin typeface="Open Sans" panose="020B0606030504020204" pitchFamily="34" charset="0"/>
              </a:rPr>
              <a:t>, </a:t>
            </a:r>
            <a:r>
              <a:rPr lang="en-GB" b="0" i="0" u="none" strike="noStrike" dirty="0" err="1">
                <a:solidFill>
                  <a:srgbClr val="000000"/>
                </a:solidFill>
                <a:effectLst/>
                <a:latin typeface="Open Sans" panose="020B0606030504020204" pitchFamily="34" charset="0"/>
              </a:rPr>
              <a:t>consectetur</a:t>
            </a:r>
            <a:r>
              <a:rPr lang="en-GB" b="0" i="0" u="none" strike="noStrike" dirty="0">
                <a:solidFill>
                  <a:srgbClr val="000000"/>
                </a:solidFill>
                <a:effectLst/>
                <a:latin typeface="Open Sans" panose="020B0606030504020204" pitchFamily="34" charset="0"/>
              </a:rPr>
              <a:t> </a:t>
            </a:r>
            <a:r>
              <a:rPr lang="en-GB" b="0" i="0" u="none" strike="noStrike" dirty="0" err="1">
                <a:solidFill>
                  <a:srgbClr val="000000"/>
                </a:solidFill>
                <a:effectLst/>
                <a:latin typeface="Open Sans" panose="020B0606030504020204" pitchFamily="34" charset="0"/>
              </a:rPr>
              <a:t>adipiscing</a:t>
            </a:r>
            <a:r>
              <a:rPr lang="en-GB" b="0" i="0" u="none" strike="noStrike" dirty="0">
                <a:solidFill>
                  <a:srgbClr val="000000"/>
                </a:solidFill>
                <a:effectLst/>
                <a:latin typeface="Open Sans" panose="020B0606030504020204" pitchFamily="34" charset="0"/>
              </a:rPr>
              <a:t> </a:t>
            </a:r>
            <a:r>
              <a:rPr lang="en-GB" b="0" i="0" u="none" strike="noStrike" dirty="0" err="1">
                <a:solidFill>
                  <a:srgbClr val="000000"/>
                </a:solidFill>
                <a:effectLst/>
                <a:latin typeface="Open Sans" panose="020B0606030504020204" pitchFamily="34" charset="0"/>
              </a:rPr>
              <a:t>elit</a:t>
            </a:r>
            <a:r>
              <a:rPr lang="en-GB" b="0" i="0" u="none" strike="noStrike" dirty="0">
                <a:solidFill>
                  <a:srgbClr val="000000"/>
                </a:solidFill>
                <a:effectLst/>
                <a:latin typeface="Open Sans" panose="020B0606030504020204" pitchFamily="34" charset="0"/>
              </a:rPr>
              <a:t>, </a:t>
            </a:r>
            <a:r>
              <a:rPr lang="en-GB" b="0" i="0" u="none" strike="noStrike" dirty="0" err="1">
                <a:solidFill>
                  <a:srgbClr val="000000"/>
                </a:solidFill>
                <a:effectLst/>
                <a:latin typeface="Open Sans" panose="020B0606030504020204" pitchFamily="34" charset="0"/>
              </a:rPr>
              <a:t>sed</a:t>
            </a:r>
            <a:r>
              <a:rPr lang="en-GB" b="0" i="0" u="none" strike="noStrike" dirty="0">
                <a:solidFill>
                  <a:srgbClr val="000000"/>
                </a:solidFill>
                <a:effectLst/>
                <a:latin typeface="Open Sans" panose="020B0606030504020204" pitchFamily="34" charset="0"/>
              </a:rPr>
              <a:t> do </a:t>
            </a:r>
            <a:r>
              <a:rPr lang="en-GB" b="0" i="0" u="none" strike="noStrike" dirty="0" err="1">
                <a:solidFill>
                  <a:srgbClr val="000000"/>
                </a:solidFill>
                <a:effectLst/>
                <a:latin typeface="Open Sans" panose="020B0606030504020204" pitchFamily="34" charset="0"/>
              </a:rPr>
              <a:t>eiusmod</a:t>
            </a:r>
            <a:r>
              <a:rPr lang="en-GB" b="0" i="0" u="none" strike="noStrike" dirty="0">
                <a:solidFill>
                  <a:srgbClr val="000000"/>
                </a:solidFill>
                <a:effectLst/>
                <a:latin typeface="Open Sans" panose="020B0606030504020204" pitchFamily="34" charset="0"/>
              </a:rPr>
              <a:t> </a:t>
            </a:r>
            <a:r>
              <a:rPr lang="en-GB" b="0" i="0" u="none" strike="noStrike" dirty="0" err="1">
                <a:solidFill>
                  <a:srgbClr val="000000"/>
                </a:solidFill>
                <a:effectLst/>
                <a:latin typeface="Open Sans" panose="020B0606030504020204" pitchFamily="34" charset="0"/>
              </a:rPr>
              <a:t>tempor</a:t>
            </a:r>
            <a:r>
              <a:rPr lang="en-GB" b="0" i="0" u="none" strike="noStrike" dirty="0">
                <a:solidFill>
                  <a:srgbClr val="000000"/>
                </a:solidFill>
                <a:effectLst/>
                <a:latin typeface="Open Sans" panose="020B0606030504020204" pitchFamily="34" charset="0"/>
              </a:rPr>
              <a:t> </a:t>
            </a:r>
            <a:r>
              <a:rPr lang="en-GB" b="0" i="0" u="none" strike="noStrike" dirty="0" err="1">
                <a:solidFill>
                  <a:srgbClr val="000000"/>
                </a:solidFill>
                <a:effectLst/>
                <a:latin typeface="Open Sans" panose="020B0606030504020204" pitchFamily="34" charset="0"/>
              </a:rPr>
              <a:t>incididunt</a:t>
            </a:r>
            <a:r>
              <a:rPr lang="en-GB" b="0" i="0" u="none" strike="noStrike" dirty="0">
                <a:solidFill>
                  <a:srgbClr val="000000"/>
                </a:solidFill>
                <a:effectLst/>
                <a:latin typeface="Open Sans" panose="020B0606030504020204" pitchFamily="34" charset="0"/>
              </a:rPr>
              <a:t> </a:t>
            </a:r>
            <a:r>
              <a:rPr lang="en-GB" b="0" i="0" u="none" strike="noStrike" dirty="0" err="1">
                <a:solidFill>
                  <a:srgbClr val="000000"/>
                </a:solidFill>
                <a:effectLst/>
                <a:latin typeface="Open Sans" panose="020B0606030504020204" pitchFamily="34" charset="0"/>
              </a:rPr>
              <a:t>ut</a:t>
            </a:r>
            <a:r>
              <a:rPr lang="en-GB" b="0" i="0" u="none" strike="noStrike" dirty="0">
                <a:solidFill>
                  <a:srgbClr val="000000"/>
                </a:solidFill>
                <a:effectLst/>
                <a:latin typeface="Open Sans" panose="020B0606030504020204" pitchFamily="34" charset="0"/>
              </a:rPr>
              <a:t> labore et dolore magna </a:t>
            </a:r>
            <a:r>
              <a:rPr lang="en-GB" b="0" i="0" u="none" strike="noStrike" dirty="0" err="1">
                <a:solidFill>
                  <a:srgbClr val="000000"/>
                </a:solidFill>
                <a:effectLst/>
                <a:latin typeface="Open Sans" panose="020B0606030504020204" pitchFamily="34" charset="0"/>
              </a:rPr>
              <a:t>aliqua</a:t>
            </a:r>
            <a:r>
              <a:rPr lang="en-GB" b="0" i="0" u="none" strike="noStrike" dirty="0">
                <a:solidFill>
                  <a:srgbClr val="000000"/>
                </a:solidFill>
                <a:effectLst/>
                <a:latin typeface="Open Sans" panose="020B0606030504020204" pitchFamily="34" charset="0"/>
              </a:rPr>
              <a:t>. Ut </a:t>
            </a:r>
            <a:r>
              <a:rPr lang="en-GB" b="0" i="0" u="none" strike="noStrike" dirty="0" err="1">
                <a:solidFill>
                  <a:srgbClr val="000000"/>
                </a:solidFill>
                <a:effectLst/>
                <a:latin typeface="Open Sans" panose="020B0606030504020204" pitchFamily="34" charset="0"/>
              </a:rPr>
              <a:t>enim</a:t>
            </a:r>
            <a:r>
              <a:rPr lang="en-GB" b="0" i="0" u="none" strike="noStrike" dirty="0">
                <a:solidFill>
                  <a:srgbClr val="000000"/>
                </a:solidFill>
                <a:effectLst/>
                <a:latin typeface="Open Sans" panose="020B0606030504020204" pitchFamily="34" charset="0"/>
              </a:rPr>
              <a:t> ad minim </a:t>
            </a:r>
            <a:r>
              <a:rPr lang="en-GB" b="0" i="0" u="none" strike="noStrike" dirty="0" err="1">
                <a:solidFill>
                  <a:srgbClr val="000000"/>
                </a:solidFill>
                <a:effectLst/>
                <a:latin typeface="Open Sans" panose="020B0606030504020204" pitchFamily="34" charset="0"/>
              </a:rPr>
              <a:t>veniam</a:t>
            </a:r>
            <a:r>
              <a:rPr lang="en-GB" b="0" i="0" u="none" strike="noStrike" dirty="0">
                <a:solidFill>
                  <a:srgbClr val="000000"/>
                </a:solidFill>
                <a:effectLst/>
                <a:latin typeface="Open Sans" panose="020B0606030504020204" pitchFamily="34" charset="0"/>
              </a:rPr>
              <a:t>, </a:t>
            </a:r>
            <a:r>
              <a:rPr lang="en-GB" b="0" i="0" u="none" strike="noStrike" dirty="0" err="1">
                <a:solidFill>
                  <a:srgbClr val="000000"/>
                </a:solidFill>
                <a:effectLst/>
                <a:latin typeface="Open Sans" panose="020B0606030504020204" pitchFamily="34" charset="0"/>
              </a:rPr>
              <a:t>quis</a:t>
            </a:r>
            <a:r>
              <a:rPr lang="en-GB" b="0" i="0" u="none" strike="noStrike" dirty="0">
                <a:solidFill>
                  <a:srgbClr val="000000"/>
                </a:solidFill>
                <a:effectLst/>
                <a:latin typeface="Open Sans" panose="020B0606030504020204" pitchFamily="34" charset="0"/>
              </a:rPr>
              <a:t> </a:t>
            </a:r>
            <a:r>
              <a:rPr lang="en-GB" b="0" i="0" u="none" strike="noStrike" dirty="0" err="1">
                <a:solidFill>
                  <a:srgbClr val="000000"/>
                </a:solidFill>
                <a:effectLst/>
                <a:latin typeface="Open Sans" panose="020B0606030504020204" pitchFamily="34" charset="0"/>
              </a:rPr>
              <a:t>nostrud</a:t>
            </a:r>
            <a:r>
              <a:rPr lang="en-GB" b="0" i="0" u="none" strike="noStrike" dirty="0">
                <a:solidFill>
                  <a:srgbClr val="000000"/>
                </a:solidFill>
                <a:effectLst/>
                <a:latin typeface="Open Sans" panose="020B0606030504020204" pitchFamily="34" charset="0"/>
              </a:rPr>
              <a:t> exercitation</a:t>
            </a:r>
            <a:endParaRPr lang="de-CH" dirty="0"/>
          </a:p>
          <a:p>
            <a:pPr marL="216000" lvl="1" indent="0">
              <a:spcBef>
                <a:spcPts val="600"/>
              </a:spcBef>
              <a:buNone/>
            </a:pPr>
            <a:endParaRPr lang="de-CH" sz="1200" dirty="0"/>
          </a:p>
          <a:p>
            <a:pPr marL="216000" lvl="1" indent="0">
              <a:spcBef>
                <a:spcPts val="600"/>
              </a:spcBef>
              <a:buNone/>
            </a:pPr>
            <a:endParaRPr lang="de-CH" sz="1200" dirty="0"/>
          </a:p>
        </p:txBody>
      </p:sp>
      <p:sp>
        <p:nvSpPr>
          <p:cNvPr id="6" name="Title 4">
            <a:extLst>
              <a:ext uri="{FF2B5EF4-FFF2-40B4-BE49-F238E27FC236}">
                <a16:creationId xmlns:a16="http://schemas.microsoft.com/office/drawing/2014/main" id="{5C89B2AB-C038-829A-E700-7DCD7D1D7701}"/>
              </a:ext>
            </a:extLst>
          </p:cNvPr>
          <p:cNvSpPr>
            <a:spLocks noGrp="1"/>
          </p:cNvSpPr>
          <p:nvPr>
            <p:ph type="title" hasCustomPrompt="1"/>
          </p:nvPr>
        </p:nvSpPr>
        <p:spPr>
          <a:xfrm>
            <a:off x="622800" y="478800"/>
            <a:ext cx="5098300" cy="351462"/>
          </a:xfrm>
        </p:spPr>
        <p:txBody>
          <a:bodyPr/>
          <a:lstStyle/>
          <a:p>
            <a:r>
              <a:rPr lang="de-CH" dirty="0"/>
              <a:t>Steckbrief</a:t>
            </a:r>
            <a:endParaRPr lang="en-CH" dirty="0"/>
          </a:p>
        </p:txBody>
      </p:sp>
      <p:sp>
        <p:nvSpPr>
          <p:cNvPr id="8" name="Subtitle 5">
            <a:extLst>
              <a:ext uri="{FF2B5EF4-FFF2-40B4-BE49-F238E27FC236}">
                <a16:creationId xmlns:a16="http://schemas.microsoft.com/office/drawing/2014/main" id="{1A25EE13-9148-4B40-E25D-BD87E4625143}"/>
              </a:ext>
            </a:extLst>
          </p:cNvPr>
          <p:cNvSpPr>
            <a:spLocks noGrp="1"/>
          </p:cNvSpPr>
          <p:nvPr>
            <p:ph type="subTitle" idx="15"/>
          </p:nvPr>
        </p:nvSpPr>
        <p:spPr>
          <a:xfrm>
            <a:off x="622800" y="939083"/>
            <a:ext cx="5098538" cy="352800"/>
          </a:xfrm>
        </p:spPr>
        <p:txBody>
          <a:bodyPr/>
          <a:lstStyle/>
          <a:p>
            <a:r>
              <a:rPr lang="en-US"/>
              <a:t>Click to edit Master subtitle style</a:t>
            </a:r>
            <a:endParaRPr lang="en-CH"/>
          </a:p>
        </p:txBody>
      </p:sp>
      <p:sp>
        <p:nvSpPr>
          <p:cNvPr id="10" name="Picture Placeholder 9">
            <a:extLst>
              <a:ext uri="{FF2B5EF4-FFF2-40B4-BE49-F238E27FC236}">
                <a16:creationId xmlns:a16="http://schemas.microsoft.com/office/drawing/2014/main" id="{DABA1436-65D3-8A5B-8BE2-8ED5304E07D8}"/>
              </a:ext>
            </a:extLst>
          </p:cNvPr>
          <p:cNvSpPr>
            <a:spLocks noGrp="1"/>
          </p:cNvSpPr>
          <p:nvPr>
            <p:ph type="pic" sz="quarter" idx="16" hasCustomPrompt="1"/>
          </p:nvPr>
        </p:nvSpPr>
        <p:spPr>
          <a:xfrm>
            <a:off x="9528464" y="227202"/>
            <a:ext cx="2466109" cy="3066716"/>
          </a:xfrm>
        </p:spPr>
        <p:txBody>
          <a:bodyPr anchor="ctr" anchorCtr="1"/>
          <a:lstStyle>
            <a:lvl1pPr marL="0" indent="0">
              <a:buNone/>
              <a:defRPr/>
            </a:lvl1pPr>
          </a:lstStyle>
          <a:p>
            <a:r>
              <a:rPr lang="en-CH" dirty="0"/>
              <a:t>Insert image here</a:t>
            </a:r>
          </a:p>
        </p:txBody>
      </p:sp>
      <p:sp>
        <p:nvSpPr>
          <p:cNvPr id="11" name="Picture Placeholder 9">
            <a:extLst>
              <a:ext uri="{FF2B5EF4-FFF2-40B4-BE49-F238E27FC236}">
                <a16:creationId xmlns:a16="http://schemas.microsoft.com/office/drawing/2014/main" id="{3F19772E-A43E-A982-AD13-92214F063972}"/>
              </a:ext>
            </a:extLst>
          </p:cNvPr>
          <p:cNvSpPr>
            <a:spLocks noGrp="1"/>
          </p:cNvSpPr>
          <p:nvPr>
            <p:ph type="pic" sz="quarter" idx="17" hasCustomPrompt="1"/>
          </p:nvPr>
        </p:nvSpPr>
        <p:spPr>
          <a:xfrm>
            <a:off x="6095762" y="227202"/>
            <a:ext cx="3287228" cy="3066716"/>
          </a:xfrm>
        </p:spPr>
        <p:txBody>
          <a:bodyPr anchor="ctr" anchorCtr="1"/>
          <a:lstStyle>
            <a:lvl1pPr marL="0" indent="0">
              <a:buNone/>
              <a:defRPr/>
            </a:lvl1pPr>
          </a:lstStyle>
          <a:p>
            <a:r>
              <a:rPr lang="en-CH" dirty="0"/>
              <a:t>Insert image here</a:t>
            </a:r>
          </a:p>
        </p:txBody>
      </p:sp>
      <p:sp>
        <p:nvSpPr>
          <p:cNvPr id="12" name="Picture Placeholder 9">
            <a:extLst>
              <a:ext uri="{FF2B5EF4-FFF2-40B4-BE49-F238E27FC236}">
                <a16:creationId xmlns:a16="http://schemas.microsoft.com/office/drawing/2014/main" id="{D752B642-B898-1B55-07F7-984BC785609D}"/>
              </a:ext>
            </a:extLst>
          </p:cNvPr>
          <p:cNvSpPr>
            <a:spLocks noGrp="1"/>
          </p:cNvSpPr>
          <p:nvPr>
            <p:ph type="pic" sz="quarter" idx="18" hasCustomPrompt="1"/>
          </p:nvPr>
        </p:nvSpPr>
        <p:spPr>
          <a:xfrm>
            <a:off x="6095762" y="3429000"/>
            <a:ext cx="2091447" cy="3201798"/>
          </a:xfrm>
        </p:spPr>
        <p:txBody>
          <a:bodyPr anchor="ctr" anchorCtr="1"/>
          <a:lstStyle>
            <a:lvl1pPr marL="0" indent="0">
              <a:buNone/>
              <a:defRPr/>
            </a:lvl1pPr>
          </a:lstStyle>
          <a:p>
            <a:pPr marL="0" marR="0" lvl="0" indent="0" algn="l" defTabSz="914400" rtl="0" eaLnBrk="1" fontAlgn="auto" latinLnBrk="0" hangingPunct="1">
              <a:lnSpc>
                <a:spcPct val="110000"/>
              </a:lnSpc>
              <a:spcBef>
                <a:spcPts val="800"/>
              </a:spcBef>
              <a:spcAft>
                <a:spcPts val="0"/>
              </a:spcAft>
              <a:buClrTx/>
              <a:buSzPct val="100000"/>
              <a:buFont typeface="Arial" panose="020B0604020202020204" pitchFamily="34" charset="0"/>
              <a:buNone/>
              <a:tabLst/>
              <a:defRPr/>
            </a:pPr>
            <a:r>
              <a:rPr lang="en-CH" dirty="0"/>
              <a:t>Insert image here</a:t>
            </a:r>
          </a:p>
          <a:p>
            <a:endParaRPr lang="en-CH" dirty="0"/>
          </a:p>
        </p:txBody>
      </p:sp>
      <p:sp>
        <p:nvSpPr>
          <p:cNvPr id="14" name="Picture Placeholder 9">
            <a:extLst>
              <a:ext uri="{FF2B5EF4-FFF2-40B4-BE49-F238E27FC236}">
                <a16:creationId xmlns:a16="http://schemas.microsoft.com/office/drawing/2014/main" id="{1A1040C8-7AE3-1652-1962-8ACA104D16FB}"/>
              </a:ext>
            </a:extLst>
          </p:cNvPr>
          <p:cNvSpPr>
            <a:spLocks noGrp="1"/>
          </p:cNvSpPr>
          <p:nvPr>
            <p:ph type="pic" sz="quarter" idx="19" hasCustomPrompt="1"/>
          </p:nvPr>
        </p:nvSpPr>
        <p:spPr>
          <a:xfrm>
            <a:off x="8333509" y="3428999"/>
            <a:ext cx="3661064" cy="3201797"/>
          </a:xfrm>
        </p:spPr>
        <p:txBody>
          <a:bodyPr anchor="ctr" anchorCtr="1"/>
          <a:lstStyle>
            <a:lvl1pPr marL="0" indent="0">
              <a:buNone/>
              <a:defRPr/>
            </a:lvl1pPr>
          </a:lstStyle>
          <a:p>
            <a:pPr marL="0" marR="0" lvl="0" indent="0" algn="l" defTabSz="914400" rtl="0" eaLnBrk="1" fontAlgn="auto" latinLnBrk="0" hangingPunct="1">
              <a:lnSpc>
                <a:spcPct val="110000"/>
              </a:lnSpc>
              <a:spcBef>
                <a:spcPts val="800"/>
              </a:spcBef>
              <a:spcAft>
                <a:spcPts val="0"/>
              </a:spcAft>
              <a:buClrTx/>
              <a:buSzPct val="100000"/>
              <a:buFont typeface="Arial" panose="020B0604020202020204" pitchFamily="34" charset="0"/>
              <a:buNone/>
              <a:tabLst/>
              <a:defRPr/>
            </a:pPr>
            <a:r>
              <a:rPr lang="en-CH" dirty="0"/>
              <a:t>Insert image here</a:t>
            </a:r>
          </a:p>
          <a:p>
            <a:endParaRPr lang="en-CH" dirty="0"/>
          </a:p>
        </p:txBody>
      </p:sp>
      <p:pic>
        <p:nvPicPr>
          <p:cNvPr id="3" name="Aveniq_Logo_sw_neg_RGB.pdf">
            <a:extLst>
              <a:ext uri="{FF2B5EF4-FFF2-40B4-BE49-F238E27FC236}">
                <a16:creationId xmlns:a16="http://schemas.microsoft.com/office/drawing/2014/main" id="{C59CF5CD-6E40-1217-7AA6-1340103A7549}"/>
              </a:ext>
            </a:extLst>
          </p:cNvPr>
          <p:cNvPicPr>
            <a:picLocks/>
          </p:cNvPicPr>
          <p:nvPr userDrawn="1"/>
        </p:nvPicPr>
        <p:blipFill>
          <a:blip r:embed="rId2" cstate="print">
            <a:extLst>
              <a:ext uri="{28A0092B-C50C-407E-A947-70E740481C1C}">
                <a14:useLocalDpi xmlns:a14="http://schemas.microsoft.com/office/drawing/2010/main"/>
              </a:ext>
            </a:extLst>
          </a:blip>
          <a:srcRect/>
          <a:stretch/>
        </p:blipFill>
        <p:spPr>
          <a:xfrm>
            <a:off x="602456" y="6387373"/>
            <a:ext cx="628650" cy="85822"/>
          </a:xfrm>
          <a:prstGeom prst="rect">
            <a:avLst/>
          </a:prstGeom>
          <a:ln w="12700">
            <a:miter lim="400000"/>
          </a:ln>
        </p:spPr>
      </p:pic>
      <p:sp>
        <p:nvSpPr>
          <p:cNvPr id="4" name="Footer Placeholder 3">
            <a:extLst>
              <a:ext uri="{FF2B5EF4-FFF2-40B4-BE49-F238E27FC236}">
                <a16:creationId xmlns:a16="http://schemas.microsoft.com/office/drawing/2014/main" id="{7A300505-E67D-1A84-3EDD-CAD6AA2D1E40}"/>
              </a:ext>
            </a:extLst>
          </p:cNvPr>
          <p:cNvSpPr txBox="1">
            <a:spLocks/>
          </p:cNvSpPr>
          <p:nvPr userDrawn="1"/>
        </p:nvSpPr>
        <p:spPr>
          <a:xfrm>
            <a:off x="4281057" y="6296891"/>
            <a:ext cx="4436918" cy="218210"/>
          </a:xfrm>
          <a:prstGeom prst="rect">
            <a:avLst/>
          </a:prstGeom>
        </p:spPr>
        <p:txBody>
          <a:bodyPr/>
          <a:lstStyle>
            <a:defPPr>
              <a:defRPr lang="en-US"/>
            </a:defPPr>
            <a:lvl1pPr marL="0" algn="l"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CH" sz="800" dirty="0" err="1"/>
              <a:t>openEHR.ch</a:t>
            </a:r>
            <a:r>
              <a:rPr lang="de-CH" sz="800" dirty="0"/>
              <a:t> </a:t>
            </a:r>
            <a:r>
              <a:rPr lang="de-CH" sz="800" dirty="0" err="1"/>
              <a:t>presentation</a:t>
            </a:r>
            <a:r>
              <a:rPr lang="de-CH" sz="800" dirty="0"/>
              <a:t> IFAS - 22.10.2024</a:t>
            </a:r>
          </a:p>
        </p:txBody>
      </p:sp>
    </p:spTree>
    <p:extLst>
      <p:ext uri="{BB962C8B-B14F-4D97-AF65-F5344CB8AC3E}">
        <p14:creationId xmlns:p14="http://schemas.microsoft.com/office/powerpoint/2010/main" val="239580289"/>
      </p:ext>
    </p:extLst>
  </p:cSld>
  <p:clrMapOvr>
    <a:masterClrMapping/>
  </p:clrMapOvr>
  <p:transition spd="slow">
    <p:push/>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D221C2-1174-4FDC-B6EE-389893A61451}"/>
              </a:ext>
            </a:extLst>
          </p:cNvPr>
          <p:cNvSpPr>
            <a:spLocks noGrp="1"/>
          </p:cNvSpPr>
          <p:nvPr>
            <p:ph idx="1" hasCustomPrompt="1"/>
          </p:nvPr>
        </p:nvSpPr>
        <p:spPr>
          <a:xfrm>
            <a:off x="622800" y="1663200"/>
            <a:ext cx="10978138" cy="4364538"/>
          </a:xfrm>
          <a:prstGeom prst="rect">
            <a:avLst/>
          </a:prstGeom>
        </p:spPr>
        <p:txBody>
          <a:bodyPr/>
          <a:lstStyle/>
          <a:p>
            <a:pPr lvl="0"/>
            <a:r>
              <a:rPr lang="de-CH"/>
              <a:t>Click to </a:t>
            </a:r>
            <a:r>
              <a:rPr lang="de-CH" err="1"/>
              <a:t>edit</a:t>
            </a:r>
            <a:r>
              <a:rPr lang="de-CH"/>
              <a:t> Master </a:t>
            </a:r>
            <a:r>
              <a:rPr lang="de-CH" err="1"/>
              <a:t>text</a:t>
            </a:r>
            <a:r>
              <a:rPr lang="de-CH"/>
              <a:t> </a:t>
            </a:r>
            <a:r>
              <a:rPr lang="de-CH" err="1"/>
              <a:t>styles</a:t>
            </a:r>
            <a:endParaRPr lang="de-CH"/>
          </a:p>
          <a:p>
            <a:pPr lvl="1"/>
            <a:r>
              <a:rPr lang="de-CH"/>
              <a:t>Second </a:t>
            </a:r>
            <a:r>
              <a:rPr lang="de-CH" err="1"/>
              <a:t>level</a:t>
            </a:r>
            <a:endParaRPr lang="de-CH"/>
          </a:p>
          <a:p>
            <a:pPr lvl="2"/>
            <a:r>
              <a:rPr lang="de-CH"/>
              <a:t>Third </a:t>
            </a:r>
            <a:r>
              <a:rPr lang="de-CH" err="1"/>
              <a:t>level</a:t>
            </a:r>
            <a:endParaRPr lang="de-CH"/>
          </a:p>
          <a:p>
            <a:pPr lvl="3"/>
            <a:r>
              <a:rPr lang="de-CH" err="1"/>
              <a:t>Fourth</a:t>
            </a:r>
            <a:r>
              <a:rPr lang="de-CH"/>
              <a:t> </a:t>
            </a:r>
            <a:r>
              <a:rPr lang="de-CH" err="1"/>
              <a:t>level</a:t>
            </a:r>
            <a:endParaRPr lang="de-CH"/>
          </a:p>
          <a:p>
            <a:pPr lvl="4"/>
            <a:r>
              <a:rPr lang="de-CH" err="1"/>
              <a:t>Fifth</a:t>
            </a:r>
            <a:r>
              <a:rPr lang="de-CH"/>
              <a:t> </a:t>
            </a:r>
            <a:r>
              <a:rPr lang="de-CH" err="1"/>
              <a:t>level</a:t>
            </a:r>
            <a:endParaRPr lang="de-CH"/>
          </a:p>
        </p:txBody>
      </p:sp>
      <p:sp>
        <p:nvSpPr>
          <p:cNvPr id="5" name="Slide Number Placeholder 4">
            <a:extLst>
              <a:ext uri="{FF2B5EF4-FFF2-40B4-BE49-F238E27FC236}">
                <a16:creationId xmlns:a16="http://schemas.microsoft.com/office/drawing/2014/main" id="{327DFDEB-A5CA-472B-8E9E-F06E94C76265}"/>
              </a:ext>
            </a:extLst>
          </p:cNvPr>
          <p:cNvSpPr>
            <a:spLocks noGrp="1"/>
          </p:cNvSpPr>
          <p:nvPr>
            <p:ph type="sldNum" sz="quarter" idx="11"/>
          </p:nvPr>
        </p:nvSpPr>
        <p:spPr/>
        <p:txBody>
          <a:bodyPr/>
          <a:lstStyle/>
          <a:p>
            <a:fld id="{80E579B3-3212-4A9A-A56F-4CEE2A1A27FD}" type="slidenum">
              <a:rPr lang="de-CH" smtClean="0"/>
              <a:pPr/>
              <a:t>‹Nr.›</a:t>
            </a:fld>
            <a:endParaRPr lang="de-CH"/>
          </a:p>
        </p:txBody>
      </p:sp>
      <p:sp>
        <p:nvSpPr>
          <p:cNvPr id="6" name="Title 1">
            <a:extLst>
              <a:ext uri="{FF2B5EF4-FFF2-40B4-BE49-F238E27FC236}">
                <a16:creationId xmlns:a16="http://schemas.microsoft.com/office/drawing/2014/main" id="{FB643E15-B011-E0B2-C650-9AE96F9E1A8E}"/>
              </a:ext>
            </a:extLst>
          </p:cNvPr>
          <p:cNvSpPr>
            <a:spLocks noGrp="1"/>
          </p:cNvSpPr>
          <p:nvPr>
            <p:ph type="title"/>
          </p:nvPr>
        </p:nvSpPr>
        <p:spPr>
          <a:xfrm>
            <a:off x="622799" y="478800"/>
            <a:ext cx="10978139" cy="351462"/>
          </a:xfrm>
        </p:spPr>
        <p:txBody>
          <a:bodyPr/>
          <a:lstStyle>
            <a:lvl1pPr>
              <a:defRPr>
                <a:solidFill>
                  <a:schemeClr val="tx1"/>
                </a:solidFill>
              </a:defRPr>
            </a:lvl1pPr>
          </a:lstStyle>
          <a:p>
            <a:r>
              <a:rPr lang="en-US"/>
              <a:t>Click to edit Master title style</a:t>
            </a:r>
            <a:endParaRPr lang="de-CH"/>
          </a:p>
        </p:txBody>
      </p:sp>
      <p:sp>
        <p:nvSpPr>
          <p:cNvPr id="7" name="Subtitle 2">
            <a:extLst>
              <a:ext uri="{FF2B5EF4-FFF2-40B4-BE49-F238E27FC236}">
                <a16:creationId xmlns:a16="http://schemas.microsoft.com/office/drawing/2014/main" id="{307C5339-9878-951C-395E-0BBB9837E0F0}"/>
              </a:ext>
            </a:extLst>
          </p:cNvPr>
          <p:cNvSpPr>
            <a:spLocks noGrp="1"/>
          </p:cNvSpPr>
          <p:nvPr>
            <p:ph type="subTitle" idx="12"/>
          </p:nvPr>
        </p:nvSpPr>
        <p:spPr>
          <a:xfrm>
            <a:off x="622799" y="939083"/>
            <a:ext cx="10978651" cy="352800"/>
          </a:xfrm>
        </p:spPr>
        <p:txBody>
          <a:bodyPr/>
          <a:lstStyle>
            <a:lvl1pPr marL="0" indent="0" algn="l">
              <a:lnSpc>
                <a:spcPct val="100000"/>
              </a:lnSpc>
              <a:buNone/>
              <a:defRPr sz="2000" spc="20" baseline="0">
                <a:solidFill>
                  <a:srgbClr val="7F7F7F"/>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CH"/>
          </a:p>
        </p:txBody>
      </p:sp>
      <p:pic>
        <p:nvPicPr>
          <p:cNvPr id="8" name="Aveniq_Logo_sw_neg_RGB.pdf">
            <a:extLst>
              <a:ext uri="{FF2B5EF4-FFF2-40B4-BE49-F238E27FC236}">
                <a16:creationId xmlns:a16="http://schemas.microsoft.com/office/drawing/2014/main" id="{0CF4984E-E565-AD3A-DBE0-6ADCD10F2716}"/>
              </a:ext>
            </a:extLst>
          </p:cNvPr>
          <p:cNvPicPr>
            <a:picLocks/>
          </p:cNvPicPr>
          <p:nvPr userDrawn="1"/>
        </p:nvPicPr>
        <p:blipFill>
          <a:blip r:embed="rId2" cstate="print">
            <a:extLst>
              <a:ext uri="{28A0092B-C50C-407E-A947-70E740481C1C}">
                <a14:useLocalDpi xmlns:a14="http://schemas.microsoft.com/office/drawing/2010/main"/>
              </a:ext>
            </a:extLst>
          </a:blip>
          <a:srcRect/>
          <a:stretch/>
        </p:blipFill>
        <p:spPr>
          <a:xfrm>
            <a:off x="602456" y="6387373"/>
            <a:ext cx="628650" cy="85822"/>
          </a:xfrm>
          <a:prstGeom prst="rect">
            <a:avLst/>
          </a:prstGeom>
          <a:ln w="12700">
            <a:miter lim="400000"/>
          </a:ln>
        </p:spPr>
      </p:pic>
      <p:sp>
        <p:nvSpPr>
          <p:cNvPr id="4" name="Footer Placeholder 3">
            <a:extLst>
              <a:ext uri="{FF2B5EF4-FFF2-40B4-BE49-F238E27FC236}">
                <a16:creationId xmlns:a16="http://schemas.microsoft.com/office/drawing/2014/main" id="{33325722-42D1-4A08-BDD5-AFC26AC93ABF}"/>
              </a:ext>
            </a:extLst>
          </p:cNvPr>
          <p:cNvSpPr txBox="1">
            <a:spLocks/>
          </p:cNvSpPr>
          <p:nvPr userDrawn="1"/>
        </p:nvSpPr>
        <p:spPr>
          <a:xfrm>
            <a:off x="4281057" y="6296891"/>
            <a:ext cx="4436918" cy="218210"/>
          </a:xfrm>
          <a:prstGeom prst="rect">
            <a:avLst/>
          </a:prstGeom>
        </p:spPr>
        <p:txBody>
          <a:bodyPr/>
          <a:lstStyle>
            <a:defPPr>
              <a:defRPr lang="en-US"/>
            </a:defPPr>
            <a:lvl1pPr marL="0" algn="l"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CH" sz="800" dirty="0" err="1"/>
              <a:t>openEHR.ch</a:t>
            </a:r>
            <a:r>
              <a:rPr lang="de-CH" sz="800" dirty="0"/>
              <a:t> </a:t>
            </a:r>
            <a:r>
              <a:rPr lang="de-CH" sz="800" dirty="0" err="1"/>
              <a:t>presentation</a:t>
            </a:r>
            <a:r>
              <a:rPr lang="de-CH" sz="800" dirty="0"/>
              <a:t> IFAS - 22.10.2024</a:t>
            </a:r>
          </a:p>
        </p:txBody>
      </p:sp>
    </p:spTree>
    <p:extLst>
      <p:ext uri="{BB962C8B-B14F-4D97-AF65-F5344CB8AC3E}">
        <p14:creationId xmlns:p14="http://schemas.microsoft.com/office/powerpoint/2010/main" val="4277819494"/>
      </p:ext>
    </p:extLst>
  </p:cSld>
  <p:clrMapOvr>
    <a:masterClrMapping/>
  </p:clrMapOvr>
  <p:transition spd="slow">
    <p:push/>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el und Inhalt">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41D08-1B5B-4F8F-B6E5-A3393907AA3A}"/>
              </a:ext>
            </a:extLst>
          </p:cNvPr>
          <p:cNvSpPr>
            <a:spLocks noGrp="1"/>
          </p:cNvSpPr>
          <p:nvPr>
            <p:ph type="title"/>
          </p:nvPr>
        </p:nvSpPr>
        <p:spPr>
          <a:xfrm>
            <a:off x="622799" y="478800"/>
            <a:ext cx="10978139" cy="351462"/>
          </a:xfrm>
        </p:spPr>
        <p:txBody>
          <a:bodyPr/>
          <a:lstStyle>
            <a:lvl1pPr>
              <a:defRPr>
                <a:solidFill>
                  <a:schemeClr val="bg1"/>
                </a:solidFill>
              </a:defRPr>
            </a:lvl1pPr>
          </a:lstStyle>
          <a:p>
            <a:r>
              <a:rPr lang="en-US"/>
              <a:t>Click to edit Master title style</a:t>
            </a:r>
            <a:endParaRPr lang="de-CH"/>
          </a:p>
        </p:txBody>
      </p:sp>
      <p:sp>
        <p:nvSpPr>
          <p:cNvPr id="3" name="Content Placeholder 2">
            <a:extLst>
              <a:ext uri="{FF2B5EF4-FFF2-40B4-BE49-F238E27FC236}">
                <a16:creationId xmlns:a16="http://schemas.microsoft.com/office/drawing/2014/main" id="{38D221C2-1174-4FDC-B6EE-389893A61451}"/>
              </a:ext>
            </a:extLst>
          </p:cNvPr>
          <p:cNvSpPr>
            <a:spLocks noGrp="1"/>
          </p:cNvSpPr>
          <p:nvPr>
            <p:ph idx="1" hasCustomPrompt="1"/>
          </p:nvPr>
        </p:nvSpPr>
        <p:spPr>
          <a:xfrm>
            <a:off x="622800" y="1663200"/>
            <a:ext cx="10978138" cy="4364538"/>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CH"/>
              <a:t>Click to </a:t>
            </a:r>
            <a:r>
              <a:rPr lang="de-CH" err="1"/>
              <a:t>edit</a:t>
            </a:r>
            <a:r>
              <a:rPr lang="de-CH"/>
              <a:t> Master </a:t>
            </a:r>
            <a:r>
              <a:rPr lang="de-CH" err="1"/>
              <a:t>text</a:t>
            </a:r>
            <a:r>
              <a:rPr lang="de-CH"/>
              <a:t> </a:t>
            </a:r>
            <a:r>
              <a:rPr lang="de-CH" err="1"/>
              <a:t>styles</a:t>
            </a:r>
            <a:endParaRPr lang="de-CH"/>
          </a:p>
          <a:p>
            <a:pPr lvl="1"/>
            <a:r>
              <a:rPr lang="de-CH"/>
              <a:t>Second </a:t>
            </a:r>
            <a:r>
              <a:rPr lang="de-CH" err="1"/>
              <a:t>level</a:t>
            </a:r>
            <a:endParaRPr lang="de-CH"/>
          </a:p>
          <a:p>
            <a:pPr lvl="2"/>
            <a:r>
              <a:rPr lang="de-CH"/>
              <a:t>Third </a:t>
            </a:r>
            <a:r>
              <a:rPr lang="de-CH" err="1"/>
              <a:t>level</a:t>
            </a:r>
            <a:endParaRPr lang="de-CH"/>
          </a:p>
          <a:p>
            <a:pPr lvl="3"/>
            <a:r>
              <a:rPr lang="de-CH" err="1"/>
              <a:t>Fourth</a:t>
            </a:r>
            <a:r>
              <a:rPr lang="de-CH"/>
              <a:t> </a:t>
            </a:r>
            <a:r>
              <a:rPr lang="de-CH" err="1"/>
              <a:t>level</a:t>
            </a:r>
            <a:endParaRPr lang="de-CH"/>
          </a:p>
          <a:p>
            <a:pPr lvl="4"/>
            <a:r>
              <a:rPr lang="de-CH" err="1"/>
              <a:t>Fifth</a:t>
            </a:r>
            <a:r>
              <a:rPr lang="de-CH"/>
              <a:t> </a:t>
            </a:r>
            <a:r>
              <a:rPr lang="de-CH" err="1"/>
              <a:t>level</a:t>
            </a:r>
            <a:endParaRPr lang="de-CH"/>
          </a:p>
        </p:txBody>
      </p:sp>
      <p:sp>
        <p:nvSpPr>
          <p:cNvPr id="5" name="Slide Number Placeholder 4">
            <a:extLst>
              <a:ext uri="{FF2B5EF4-FFF2-40B4-BE49-F238E27FC236}">
                <a16:creationId xmlns:a16="http://schemas.microsoft.com/office/drawing/2014/main" id="{327DFDEB-A5CA-472B-8E9E-F06E94C76265}"/>
              </a:ext>
            </a:extLst>
          </p:cNvPr>
          <p:cNvSpPr>
            <a:spLocks noGrp="1"/>
          </p:cNvSpPr>
          <p:nvPr>
            <p:ph type="sldNum" sz="quarter" idx="11"/>
          </p:nvPr>
        </p:nvSpPr>
        <p:spPr>
          <a:xfrm>
            <a:off x="10967338" y="6334983"/>
            <a:ext cx="633600" cy="134288"/>
          </a:xfrm>
        </p:spPr>
        <p:txBody>
          <a:bodyPr/>
          <a:lstStyle>
            <a:lvl1pPr>
              <a:defRPr>
                <a:solidFill>
                  <a:schemeClr val="bg1"/>
                </a:solidFill>
              </a:defRPr>
            </a:lvl1pPr>
          </a:lstStyle>
          <a:p>
            <a:fld id="{80E579B3-3212-4A9A-A56F-4CEE2A1A27FD}" type="slidenum">
              <a:rPr lang="de-CH" smtClean="0"/>
              <a:pPr/>
              <a:t>‹Nr.›</a:t>
            </a:fld>
            <a:endParaRPr lang="de-CH"/>
          </a:p>
        </p:txBody>
      </p:sp>
      <p:sp>
        <p:nvSpPr>
          <p:cNvPr id="13" name="Subtitle 2">
            <a:extLst>
              <a:ext uri="{FF2B5EF4-FFF2-40B4-BE49-F238E27FC236}">
                <a16:creationId xmlns:a16="http://schemas.microsoft.com/office/drawing/2014/main" id="{C39E1421-9657-44FD-80E3-D4C7F154278C}"/>
              </a:ext>
            </a:extLst>
          </p:cNvPr>
          <p:cNvSpPr>
            <a:spLocks noGrp="1"/>
          </p:cNvSpPr>
          <p:nvPr>
            <p:ph type="subTitle" idx="12"/>
          </p:nvPr>
        </p:nvSpPr>
        <p:spPr>
          <a:xfrm>
            <a:off x="622799" y="939083"/>
            <a:ext cx="10978651" cy="352800"/>
          </a:xfrm>
        </p:spPr>
        <p:txBody>
          <a:bodyPr/>
          <a:lstStyle>
            <a:lvl1pPr marL="0" indent="0" algn="l">
              <a:lnSpc>
                <a:spcPct val="100000"/>
              </a:lnSpc>
              <a:buNone/>
              <a:defRPr sz="2000" spc="20" baseline="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CH"/>
          </a:p>
        </p:txBody>
      </p:sp>
      <p:pic>
        <p:nvPicPr>
          <p:cNvPr id="6" name="Aveniq_Logo_sw_neg_RGB.pdf">
            <a:extLst>
              <a:ext uri="{FF2B5EF4-FFF2-40B4-BE49-F238E27FC236}">
                <a16:creationId xmlns:a16="http://schemas.microsoft.com/office/drawing/2014/main" id="{049CE4F0-62AB-9275-D9ED-E821E138F717}"/>
              </a:ext>
            </a:extLst>
          </p:cNvPr>
          <p:cNvPicPr>
            <a:picLocks/>
          </p:cNvPicPr>
          <p:nvPr userDrawn="1"/>
        </p:nvPicPr>
        <p:blipFill>
          <a:blip r:embed="rId2" cstate="print">
            <a:extLst>
              <a:ext uri="{28A0092B-C50C-407E-A947-70E740481C1C}">
                <a14:useLocalDpi xmlns:a14="http://schemas.microsoft.com/office/drawing/2010/main"/>
              </a:ext>
            </a:extLst>
          </a:blip>
          <a:srcRect/>
          <a:stretch/>
        </p:blipFill>
        <p:spPr>
          <a:xfrm>
            <a:off x="602456" y="6387373"/>
            <a:ext cx="628650" cy="85822"/>
          </a:xfrm>
          <a:prstGeom prst="rect">
            <a:avLst/>
          </a:prstGeom>
          <a:ln w="12700">
            <a:miter lim="400000"/>
          </a:ln>
        </p:spPr>
      </p:pic>
      <p:sp>
        <p:nvSpPr>
          <p:cNvPr id="7" name="Footer Placeholder 3">
            <a:extLst>
              <a:ext uri="{FF2B5EF4-FFF2-40B4-BE49-F238E27FC236}">
                <a16:creationId xmlns:a16="http://schemas.microsoft.com/office/drawing/2014/main" id="{38A36593-4646-44A6-8CF4-DB3994B6A5C1}"/>
              </a:ext>
            </a:extLst>
          </p:cNvPr>
          <p:cNvSpPr txBox="1">
            <a:spLocks/>
          </p:cNvSpPr>
          <p:nvPr userDrawn="1"/>
        </p:nvSpPr>
        <p:spPr>
          <a:xfrm>
            <a:off x="4785841" y="6339226"/>
            <a:ext cx="4436918" cy="218210"/>
          </a:xfrm>
          <a:prstGeom prst="rect">
            <a:avLst/>
          </a:prstGeom>
        </p:spPr>
        <p:txBody>
          <a:bodyPr/>
          <a:lstStyle>
            <a:defPPr>
              <a:defRPr lang="en-US"/>
            </a:defPPr>
            <a:lvl1pPr marL="0" algn="l"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CH" sz="800" dirty="0"/>
              <a:t>Showcase MVP Impfen - 17.03.2026</a:t>
            </a:r>
          </a:p>
        </p:txBody>
      </p:sp>
      <p:pic>
        <p:nvPicPr>
          <p:cNvPr id="10" name="Grafik 9" descr="HL7 FHIR – mobile Kommunikation und mehr – HL7 Deutschland">
            <a:extLst>
              <a:ext uri="{FF2B5EF4-FFF2-40B4-BE49-F238E27FC236}">
                <a16:creationId xmlns:a16="http://schemas.microsoft.com/office/drawing/2014/main" id="{5C7D4EA1-F5BD-7DAB-70C8-B839941829D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341666" y="6357562"/>
            <a:ext cx="448106" cy="108000"/>
          </a:xfrm>
          <a:prstGeom prst="rect">
            <a:avLst/>
          </a:prstGeom>
        </p:spPr>
      </p:pic>
    </p:spTree>
    <p:extLst>
      <p:ext uri="{BB962C8B-B14F-4D97-AF65-F5344CB8AC3E}">
        <p14:creationId xmlns:p14="http://schemas.microsoft.com/office/powerpoint/2010/main" val="295687904"/>
      </p:ext>
    </p:extLst>
  </p:cSld>
  <p:clrMapOvr>
    <a:masterClrMapping/>
  </p:clrMapOvr>
  <p:transition spd="slow">
    <p:push/>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D221C2-1174-4FDC-B6EE-389893A61451}"/>
              </a:ext>
            </a:extLst>
          </p:cNvPr>
          <p:cNvSpPr>
            <a:spLocks noGrp="1"/>
          </p:cNvSpPr>
          <p:nvPr>
            <p:ph idx="1" hasCustomPrompt="1"/>
          </p:nvPr>
        </p:nvSpPr>
        <p:spPr>
          <a:xfrm>
            <a:off x="622800" y="1663200"/>
            <a:ext cx="5098538" cy="4364537"/>
          </a:xfrm>
          <a:prstGeom prst="rect">
            <a:avLst/>
          </a:prstGeom>
        </p:spPr>
        <p:txBody>
          <a:bodyPr/>
          <a:lstStyle/>
          <a:p>
            <a:pPr lvl="0"/>
            <a:r>
              <a:rPr lang="de-CH"/>
              <a:t>Click to </a:t>
            </a:r>
            <a:r>
              <a:rPr lang="de-CH" err="1"/>
              <a:t>edit</a:t>
            </a:r>
            <a:r>
              <a:rPr lang="de-CH"/>
              <a:t> Master </a:t>
            </a:r>
            <a:r>
              <a:rPr lang="de-CH" err="1"/>
              <a:t>text</a:t>
            </a:r>
            <a:r>
              <a:rPr lang="de-CH"/>
              <a:t> </a:t>
            </a:r>
            <a:r>
              <a:rPr lang="de-CH" err="1"/>
              <a:t>styles</a:t>
            </a:r>
            <a:endParaRPr lang="de-CH"/>
          </a:p>
          <a:p>
            <a:pPr lvl="1"/>
            <a:r>
              <a:rPr lang="de-CH"/>
              <a:t>Second </a:t>
            </a:r>
            <a:r>
              <a:rPr lang="de-CH" err="1"/>
              <a:t>level</a:t>
            </a:r>
            <a:endParaRPr lang="de-CH"/>
          </a:p>
          <a:p>
            <a:pPr lvl="2"/>
            <a:r>
              <a:rPr lang="de-CH"/>
              <a:t>Third </a:t>
            </a:r>
            <a:r>
              <a:rPr lang="de-CH" err="1"/>
              <a:t>level</a:t>
            </a:r>
            <a:endParaRPr lang="de-CH"/>
          </a:p>
          <a:p>
            <a:pPr lvl="3"/>
            <a:r>
              <a:rPr lang="de-CH" err="1"/>
              <a:t>Fourth</a:t>
            </a:r>
            <a:r>
              <a:rPr lang="de-CH"/>
              <a:t> </a:t>
            </a:r>
            <a:r>
              <a:rPr lang="de-CH" err="1"/>
              <a:t>level</a:t>
            </a:r>
            <a:endParaRPr lang="de-CH"/>
          </a:p>
          <a:p>
            <a:pPr lvl="4"/>
            <a:r>
              <a:rPr lang="de-CH" err="1"/>
              <a:t>Fifth</a:t>
            </a:r>
            <a:r>
              <a:rPr lang="de-CH"/>
              <a:t> </a:t>
            </a:r>
            <a:r>
              <a:rPr lang="de-CH" err="1"/>
              <a:t>level</a:t>
            </a:r>
            <a:endParaRPr lang="de-CH"/>
          </a:p>
        </p:txBody>
      </p:sp>
      <p:sp>
        <p:nvSpPr>
          <p:cNvPr id="7" name="Content Placeholder 6">
            <a:extLst>
              <a:ext uri="{FF2B5EF4-FFF2-40B4-BE49-F238E27FC236}">
                <a16:creationId xmlns:a16="http://schemas.microsoft.com/office/drawing/2014/main" id="{BD3CEABB-2EA3-4EDD-B0D3-8A40A3826814}"/>
              </a:ext>
            </a:extLst>
          </p:cNvPr>
          <p:cNvSpPr>
            <a:spLocks noGrp="1"/>
          </p:cNvSpPr>
          <p:nvPr>
            <p:ph sz="quarter" idx="12" hasCustomPrompt="1"/>
          </p:nvPr>
        </p:nvSpPr>
        <p:spPr>
          <a:xfrm>
            <a:off x="6502400" y="1663199"/>
            <a:ext cx="5098538" cy="4364538"/>
          </a:xfrm>
          <a:prstGeom prst="rect">
            <a:avLst/>
          </a:prstGeom>
        </p:spPr>
        <p:txBody>
          <a:bodyPr/>
          <a:lstStyle/>
          <a:p>
            <a:pPr lvl="0"/>
            <a:r>
              <a:rPr lang="de-CH"/>
              <a:t>Click to </a:t>
            </a:r>
            <a:r>
              <a:rPr lang="de-CH" err="1"/>
              <a:t>edit</a:t>
            </a:r>
            <a:r>
              <a:rPr lang="de-CH"/>
              <a:t> Master </a:t>
            </a:r>
            <a:r>
              <a:rPr lang="de-CH" err="1"/>
              <a:t>text</a:t>
            </a:r>
            <a:r>
              <a:rPr lang="de-CH"/>
              <a:t> </a:t>
            </a:r>
            <a:r>
              <a:rPr lang="de-CH" err="1"/>
              <a:t>styles</a:t>
            </a:r>
            <a:endParaRPr lang="de-CH"/>
          </a:p>
          <a:p>
            <a:pPr lvl="1"/>
            <a:r>
              <a:rPr lang="de-CH"/>
              <a:t>Second </a:t>
            </a:r>
            <a:r>
              <a:rPr lang="de-CH" err="1"/>
              <a:t>level</a:t>
            </a:r>
            <a:endParaRPr lang="de-CH"/>
          </a:p>
          <a:p>
            <a:pPr lvl="2"/>
            <a:r>
              <a:rPr lang="de-CH"/>
              <a:t>Third </a:t>
            </a:r>
            <a:r>
              <a:rPr lang="de-CH" err="1"/>
              <a:t>level</a:t>
            </a:r>
            <a:endParaRPr lang="de-CH"/>
          </a:p>
          <a:p>
            <a:pPr lvl="3"/>
            <a:r>
              <a:rPr lang="de-CH" err="1"/>
              <a:t>Fourth</a:t>
            </a:r>
            <a:r>
              <a:rPr lang="de-CH"/>
              <a:t> </a:t>
            </a:r>
            <a:r>
              <a:rPr lang="de-CH" err="1"/>
              <a:t>level</a:t>
            </a:r>
            <a:endParaRPr lang="de-CH"/>
          </a:p>
          <a:p>
            <a:pPr lvl="4"/>
            <a:r>
              <a:rPr lang="de-CH" err="1"/>
              <a:t>Fifth</a:t>
            </a:r>
            <a:r>
              <a:rPr lang="de-CH"/>
              <a:t> </a:t>
            </a:r>
            <a:r>
              <a:rPr lang="de-CH" err="1"/>
              <a:t>level</a:t>
            </a:r>
            <a:endParaRPr lang="de-CH"/>
          </a:p>
        </p:txBody>
      </p:sp>
      <p:sp>
        <p:nvSpPr>
          <p:cNvPr id="9" name="Slide Number Placeholder 8">
            <a:extLst>
              <a:ext uri="{FF2B5EF4-FFF2-40B4-BE49-F238E27FC236}">
                <a16:creationId xmlns:a16="http://schemas.microsoft.com/office/drawing/2014/main" id="{864136C7-1009-4750-982A-6839A2C078CE}"/>
              </a:ext>
            </a:extLst>
          </p:cNvPr>
          <p:cNvSpPr>
            <a:spLocks noGrp="1"/>
          </p:cNvSpPr>
          <p:nvPr>
            <p:ph type="sldNum" sz="quarter" idx="14"/>
          </p:nvPr>
        </p:nvSpPr>
        <p:spPr/>
        <p:txBody>
          <a:bodyPr/>
          <a:lstStyle/>
          <a:p>
            <a:fld id="{80E579B3-3212-4A9A-A56F-4CEE2A1A27FD}" type="slidenum">
              <a:rPr lang="de-CH" smtClean="0"/>
              <a:pPr/>
              <a:t>‹Nr.›</a:t>
            </a:fld>
            <a:endParaRPr lang="de-CH"/>
          </a:p>
        </p:txBody>
      </p:sp>
      <p:sp>
        <p:nvSpPr>
          <p:cNvPr id="5" name="Title 1">
            <a:extLst>
              <a:ext uri="{FF2B5EF4-FFF2-40B4-BE49-F238E27FC236}">
                <a16:creationId xmlns:a16="http://schemas.microsoft.com/office/drawing/2014/main" id="{FA2EB30D-6CA9-4FD9-6928-DCA05913C96B}"/>
              </a:ext>
            </a:extLst>
          </p:cNvPr>
          <p:cNvSpPr>
            <a:spLocks noGrp="1"/>
          </p:cNvSpPr>
          <p:nvPr>
            <p:ph type="title"/>
          </p:nvPr>
        </p:nvSpPr>
        <p:spPr>
          <a:xfrm>
            <a:off x="622799" y="478800"/>
            <a:ext cx="10978139" cy="351462"/>
          </a:xfrm>
        </p:spPr>
        <p:txBody>
          <a:bodyPr/>
          <a:lstStyle>
            <a:lvl1pPr>
              <a:defRPr>
                <a:solidFill>
                  <a:schemeClr val="tx1"/>
                </a:solidFill>
              </a:defRPr>
            </a:lvl1pPr>
          </a:lstStyle>
          <a:p>
            <a:r>
              <a:rPr lang="en-US"/>
              <a:t>Click to edit Master title style</a:t>
            </a:r>
            <a:endParaRPr lang="de-CH"/>
          </a:p>
        </p:txBody>
      </p:sp>
      <p:sp>
        <p:nvSpPr>
          <p:cNvPr id="6" name="Subtitle 2">
            <a:extLst>
              <a:ext uri="{FF2B5EF4-FFF2-40B4-BE49-F238E27FC236}">
                <a16:creationId xmlns:a16="http://schemas.microsoft.com/office/drawing/2014/main" id="{4B797AF5-290E-1380-EEF8-8FF019C3AE2D}"/>
              </a:ext>
            </a:extLst>
          </p:cNvPr>
          <p:cNvSpPr>
            <a:spLocks noGrp="1"/>
          </p:cNvSpPr>
          <p:nvPr>
            <p:ph type="subTitle" idx="15"/>
          </p:nvPr>
        </p:nvSpPr>
        <p:spPr>
          <a:xfrm>
            <a:off x="622799" y="939083"/>
            <a:ext cx="10978651" cy="352800"/>
          </a:xfrm>
        </p:spPr>
        <p:txBody>
          <a:bodyPr/>
          <a:lstStyle>
            <a:lvl1pPr marL="0" indent="0" algn="l">
              <a:lnSpc>
                <a:spcPct val="100000"/>
              </a:lnSpc>
              <a:buNone/>
              <a:defRPr sz="2000" spc="20" baseline="0">
                <a:solidFill>
                  <a:srgbClr val="7F7F7F"/>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CH"/>
          </a:p>
        </p:txBody>
      </p:sp>
      <p:pic>
        <p:nvPicPr>
          <p:cNvPr id="8" name="Aveniq_Logo_sw_neg_RGB.pdf">
            <a:extLst>
              <a:ext uri="{FF2B5EF4-FFF2-40B4-BE49-F238E27FC236}">
                <a16:creationId xmlns:a16="http://schemas.microsoft.com/office/drawing/2014/main" id="{4B258BB8-2ACA-0FFF-0BFB-84ECA8410FC6}"/>
              </a:ext>
            </a:extLst>
          </p:cNvPr>
          <p:cNvPicPr>
            <a:picLocks/>
          </p:cNvPicPr>
          <p:nvPr userDrawn="1"/>
        </p:nvPicPr>
        <p:blipFill>
          <a:blip r:embed="rId2" cstate="print">
            <a:extLst>
              <a:ext uri="{28A0092B-C50C-407E-A947-70E740481C1C}">
                <a14:useLocalDpi xmlns:a14="http://schemas.microsoft.com/office/drawing/2010/main"/>
              </a:ext>
            </a:extLst>
          </a:blip>
          <a:srcRect/>
          <a:stretch/>
        </p:blipFill>
        <p:spPr>
          <a:xfrm>
            <a:off x="602456" y="6387373"/>
            <a:ext cx="628650" cy="85822"/>
          </a:xfrm>
          <a:prstGeom prst="rect">
            <a:avLst/>
          </a:prstGeom>
          <a:ln w="12700">
            <a:miter lim="400000"/>
          </a:ln>
        </p:spPr>
      </p:pic>
      <p:sp>
        <p:nvSpPr>
          <p:cNvPr id="4" name="Footer Placeholder 3">
            <a:extLst>
              <a:ext uri="{FF2B5EF4-FFF2-40B4-BE49-F238E27FC236}">
                <a16:creationId xmlns:a16="http://schemas.microsoft.com/office/drawing/2014/main" id="{4513A307-FAF8-796C-1233-E4EF8C93B3E2}"/>
              </a:ext>
            </a:extLst>
          </p:cNvPr>
          <p:cNvSpPr txBox="1">
            <a:spLocks/>
          </p:cNvSpPr>
          <p:nvPr userDrawn="1"/>
        </p:nvSpPr>
        <p:spPr>
          <a:xfrm>
            <a:off x="4281057" y="6296891"/>
            <a:ext cx="4436918" cy="218210"/>
          </a:xfrm>
          <a:prstGeom prst="rect">
            <a:avLst/>
          </a:prstGeom>
        </p:spPr>
        <p:txBody>
          <a:bodyPr/>
          <a:lstStyle>
            <a:defPPr>
              <a:defRPr lang="en-US"/>
            </a:defPPr>
            <a:lvl1pPr marL="0" algn="l"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CH" sz="800" dirty="0" err="1"/>
              <a:t>openEHR.ch</a:t>
            </a:r>
            <a:r>
              <a:rPr lang="de-CH" sz="800" dirty="0"/>
              <a:t> </a:t>
            </a:r>
            <a:r>
              <a:rPr lang="de-CH" sz="800" dirty="0" err="1"/>
              <a:t>presentation</a:t>
            </a:r>
            <a:r>
              <a:rPr lang="de-CH" sz="800" dirty="0"/>
              <a:t> IFAS - 22.10.2024</a:t>
            </a:r>
          </a:p>
        </p:txBody>
      </p:sp>
    </p:spTree>
    <p:extLst>
      <p:ext uri="{BB962C8B-B14F-4D97-AF65-F5344CB8AC3E}">
        <p14:creationId xmlns:p14="http://schemas.microsoft.com/office/powerpoint/2010/main" val="2243445202"/>
      </p:ext>
    </p:extLst>
  </p:cSld>
  <p:clrMapOvr>
    <a:masterClrMapping/>
  </p:clrMapOvr>
  <p:transition spd="slow">
    <p:push/>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nhalt und Bi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D221C2-1174-4FDC-B6EE-389893A61451}"/>
              </a:ext>
            </a:extLst>
          </p:cNvPr>
          <p:cNvSpPr>
            <a:spLocks noGrp="1"/>
          </p:cNvSpPr>
          <p:nvPr>
            <p:ph idx="1"/>
          </p:nvPr>
        </p:nvSpPr>
        <p:spPr>
          <a:xfrm>
            <a:off x="622800" y="1663200"/>
            <a:ext cx="5098538" cy="4364538"/>
          </a:xfrm>
          <a:prstGeom prst="rect">
            <a:avLst/>
          </a:prstGeom>
        </p:spPr>
        <p:txBody>
          <a:bodyPr/>
          <a:lstStyle>
            <a:lvl2pP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8" name="Picture Placeholder 7">
            <a:extLst>
              <a:ext uri="{FF2B5EF4-FFF2-40B4-BE49-F238E27FC236}">
                <a16:creationId xmlns:a16="http://schemas.microsoft.com/office/drawing/2014/main" id="{D381ED8B-46E2-4BA7-9DF4-FAE44330CE86}"/>
              </a:ext>
            </a:extLst>
          </p:cNvPr>
          <p:cNvSpPr>
            <a:spLocks noGrp="1"/>
          </p:cNvSpPr>
          <p:nvPr>
            <p:ph type="pic" sz="quarter" idx="12"/>
          </p:nvPr>
        </p:nvSpPr>
        <p:spPr>
          <a:xfrm>
            <a:off x="6096000" y="0"/>
            <a:ext cx="6096000" cy="6858000"/>
          </a:xfrm>
          <a:prstGeom prst="rect">
            <a:avLst/>
          </a:prstGeom>
          <a:solidFill>
            <a:schemeClr val="bg1">
              <a:lumMod val="95000"/>
            </a:schemeClr>
          </a:solidFill>
          <a:effectLst/>
        </p:spPr>
        <p:txBody>
          <a:bodyPr/>
          <a:lstStyle>
            <a:lvl1pPr marL="0" indent="0" algn="ctr">
              <a:buFontTx/>
              <a:buNone/>
              <a:defRPr>
                <a:effectLst>
                  <a:outerShdw blurRad="50800" dist="50800" dir="5400000" algn="ctr" rotWithShape="0">
                    <a:schemeClr val="accent4"/>
                  </a:outerShdw>
                </a:effectLst>
              </a:defRPr>
            </a:lvl1pPr>
          </a:lstStyle>
          <a:p>
            <a:r>
              <a:rPr lang="en-US"/>
              <a:t>Click icon to add picture</a:t>
            </a:r>
            <a:endParaRPr lang="en-GB"/>
          </a:p>
        </p:txBody>
      </p:sp>
      <p:sp>
        <p:nvSpPr>
          <p:cNvPr id="9" name="Slide Number Placeholder 8">
            <a:extLst>
              <a:ext uri="{FF2B5EF4-FFF2-40B4-BE49-F238E27FC236}">
                <a16:creationId xmlns:a16="http://schemas.microsoft.com/office/drawing/2014/main" id="{8B67E6B5-CB48-426D-8BB1-F2472F6E7F75}"/>
              </a:ext>
            </a:extLst>
          </p:cNvPr>
          <p:cNvSpPr>
            <a:spLocks noGrp="1"/>
          </p:cNvSpPr>
          <p:nvPr>
            <p:ph type="sldNum" sz="quarter" idx="14"/>
          </p:nvPr>
        </p:nvSpPr>
        <p:spPr/>
        <p:txBody>
          <a:bodyPr/>
          <a:lstStyle/>
          <a:p>
            <a:fld id="{80E579B3-3212-4A9A-A56F-4CEE2A1A27FD}" type="slidenum">
              <a:rPr lang="de-CH" smtClean="0"/>
              <a:pPr/>
              <a:t>‹Nr.›</a:t>
            </a:fld>
            <a:endParaRPr lang="de-CH"/>
          </a:p>
        </p:txBody>
      </p:sp>
      <p:sp>
        <p:nvSpPr>
          <p:cNvPr id="4" name="Title 1">
            <a:extLst>
              <a:ext uri="{FF2B5EF4-FFF2-40B4-BE49-F238E27FC236}">
                <a16:creationId xmlns:a16="http://schemas.microsoft.com/office/drawing/2014/main" id="{A6D1C6C9-E39B-1F03-F991-739855B04ECB}"/>
              </a:ext>
            </a:extLst>
          </p:cNvPr>
          <p:cNvSpPr>
            <a:spLocks noGrp="1"/>
          </p:cNvSpPr>
          <p:nvPr>
            <p:ph type="title"/>
          </p:nvPr>
        </p:nvSpPr>
        <p:spPr>
          <a:xfrm>
            <a:off x="622800" y="478800"/>
            <a:ext cx="5098300" cy="351462"/>
          </a:xfrm>
        </p:spPr>
        <p:txBody>
          <a:bodyPr/>
          <a:lstStyle>
            <a:lvl1pPr>
              <a:defRPr>
                <a:solidFill>
                  <a:schemeClr val="tx1"/>
                </a:solidFill>
              </a:defRPr>
            </a:lvl1pPr>
          </a:lstStyle>
          <a:p>
            <a:r>
              <a:rPr lang="en-US"/>
              <a:t>Click to edit Master title style</a:t>
            </a:r>
            <a:endParaRPr lang="de-CH"/>
          </a:p>
        </p:txBody>
      </p:sp>
      <p:sp>
        <p:nvSpPr>
          <p:cNvPr id="6" name="Subtitle 2">
            <a:extLst>
              <a:ext uri="{FF2B5EF4-FFF2-40B4-BE49-F238E27FC236}">
                <a16:creationId xmlns:a16="http://schemas.microsoft.com/office/drawing/2014/main" id="{762470B8-5172-5002-FFAD-475FC921BBF0}"/>
              </a:ext>
            </a:extLst>
          </p:cNvPr>
          <p:cNvSpPr>
            <a:spLocks noGrp="1"/>
          </p:cNvSpPr>
          <p:nvPr>
            <p:ph type="subTitle" idx="15"/>
          </p:nvPr>
        </p:nvSpPr>
        <p:spPr>
          <a:xfrm>
            <a:off x="622800" y="939083"/>
            <a:ext cx="5098538" cy="352800"/>
          </a:xfrm>
        </p:spPr>
        <p:txBody>
          <a:bodyPr/>
          <a:lstStyle>
            <a:lvl1pPr marL="0" indent="0" algn="l">
              <a:lnSpc>
                <a:spcPct val="100000"/>
              </a:lnSpc>
              <a:buNone/>
              <a:defRPr sz="2000" spc="20" baseline="0">
                <a:solidFill>
                  <a:srgbClr val="7F7F7F"/>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CH"/>
          </a:p>
        </p:txBody>
      </p:sp>
      <p:pic>
        <p:nvPicPr>
          <p:cNvPr id="7" name="Aveniq_Logo_sw_neg_RGB.pdf">
            <a:extLst>
              <a:ext uri="{FF2B5EF4-FFF2-40B4-BE49-F238E27FC236}">
                <a16:creationId xmlns:a16="http://schemas.microsoft.com/office/drawing/2014/main" id="{5BAB58A3-27F6-3E0A-D13F-AD73ECF5821C}"/>
              </a:ext>
            </a:extLst>
          </p:cNvPr>
          <p:cNvPicPr>
            <a:picLocks/>
          </p:cNvPicPr>
          <p:nvPr userDrawn="1"/>
        </p:nvPicPr>
        <p:blipFill>
          <a:blip r:embed="rId2" cstate="print">
            <a:extLst>
              <a:ext uri="{28A0092B-C50C-407E-A947-70E740481C1C}">
                <a14:useLocalDpi xmlns:a14="http://schemas.microsoft.com/office/drawing/2010/main"/>
              </a:ext>
            </a:extLst>
          </a:blip>
          <a:srcRect/>
          <a:stretch/>
        </p:blipFill>
        <p:spPr>
          <a:xfrm>
            <a:off x="602456" y="6387373"/>
            <a:ext cx="628650" cy="85822"/>
          </a:xfrm>
          <a:prstGeom prst="rect">
            <a:avLst/>
          </a:prstGeom>
          <a:ln w="12700">
            <a:miter lim="400000"/>
          </a:ln>
        </p:spPr>
      </p:pic>
      <p:sp>
        <p:nvSpPr>
          <p:cNvPr id="5" name="Footer Placeholder 3">
            <a:extLst>
              <a:ext uri="{FF2B5EF4-FFF2-40B4-BE49-F238E27FC236}">
                <a16:creationId xmlns:a16="http://schemas.microsoft.com/office/drawing/2014/main" id="{721AC362-E4DD-A4FA-9844-B61192EA6570}"/>
              </a:ext>
            </a:extLst>
          </p:cNvPr>
          <p:cNvSpPr txBox="1">
            <a:spLocks/>
          </p:cNvSpPr>
          <p:nvPr userDrawn="1"/>
        </p:nvSpPr>
        <p:spPr>
          <a:xfrm>
            <a:off x="4281057" y="6296891"/>
            <a:ext cx="4436918" cy="218210"/>
          </a:xfrm>
          <a:prstGeom prst="rect">
            <a:avLst/>
          </a:prstGeom>
        </p:spPr>
        <p:txBody>
          <a:bodyPr/>
          <a:lstStyle>
            <a:defPPr>
              <a:defRPr lang="en-US"/>
            </a:defPPr>
            <a:lvl1pPr marL="0" algn="l"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CH" sz="800" dirty="0" err="1"/>
              <a:t>openEHR.ch</a:t>
            </a:r>
            <a:r>
              <a:rPr lang="de-CH" sz="800" dirty="0"/>
              <a:t> </a:t>
            </a:r>
            <a:r>
              <a:rPr lang="de-CH" sz="800" dirty="0" err="1"/>
              <a:t>presentation</a:t>
            </a:r>
            <a:r>
              <a:rPr lang="de-CH" sz="800" dirty="0"/>
              <a:t> IFAS - 22.10.2024</a:t>
            </a:r>
          </a:p>
        </p:txBody>
      </p:sp>
    </p:spTree>
    <p:extLst>
      <p:ext uri="{BB962C8B-B14F-4D97-AF65-F5344CB8AC3E}">
        <p14:creationId xmlns:p14="http://schemas.microsoft.com/office/powerpoint/2010/main" val="51400121"/>
      </p:ext>
    </p:extLst>
  </p:cSld>
  <p:clrMapOvr>
    <a:masterClrMapping/>
  </p:clrMapOvr>
  <p:transition spd="slow">
    <p:push/>
  </p:transition>
  <p:extLst>
    <p:ext uri="{DCECCB84-F9BA-43D5-87BE-67443E8EF086}">
      <p15:sldGuideLst xmlns:p15="http://schemas.microsoft.com/office/powerpoint/2012/main">
        <p15:guide id="1"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Inhalt und Bild">
    <p:bg>
      <p:bgPr>
        <a:solidFill>
          <a:schemeClr val="accent4"/>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D221C2-1174-4FDC-B6EE-389893A61451}"/>
              </a:ext>
            </a:extLst>
          </p:cNvPr>
          <p:cNvSpPr>
            <a:spLocks noGrp="1"/>
          </p:cNvSpPr>
          <p:nvPr>
            <p:ph idx="1" hasCustomPrompt="1"/>
          </p:nvPr>
        </p:nvSpPr>
        <p:spPr>
          <a:xfrm>
            <a:off x="622800" y="1663200"/>
            <a:ext cx="5098538" cy="4364538"/>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CH"/>
              <a:t>Click to </a:t>
            </a:r>
            <a:r>
              <a:rPr lang="de-CH" err="1"/>
              <a:t>edit</a:t>
            </a:r>
            <a:r>
              <a:rPr lang="de-CH"/>
              <a:t> Master </a:t>
            </a:r>
            <a:r>
              <a:rPr lang="de-CH" err="1"/>
              <a:t>text</a:t>
            </a:r>
            <a:r>
              <a:rPr lang="de-CH"/>
              <a:t> </a:t>
            </a:r>
            <a:r>
              <a:rPr lang="de-CH" err="1"/>
              <a:t>styles</a:t>
            </a:r>
            <a:endParaRPr lang="de-CH"/>
          </a:p>
          <a:p>
            <a:pPr lvl="1"/>
            <a:r>
              <a:rPr lang="de-CH"/>
              <a:t>Second </a:t>
            </a:r>
            <a:r>
              <a:rPr lang="de-CH" err="1"/>
              <a:t>level</a:t>
            </a:r>
            <a:endParaRPr lang="de-CH"/>
          </a:p>
          <a:p>
            <a:pPr lvl="2"/>
            <a:r>
              <a:rPr lang="de-CH"/>
              <a:t>Third </a:t>
            </a:r>
            <a:r>
              <a:rPr lang="de-CH" err="1"/>
              <a:t>level</a:t>
            </a:r>
            <a:endParaRPr lang="de-CH"/>
          </a:p>
          <a:p>
            <a:pPr lvl="3"/>
            <a:r>
              <a:rPr lang="de-CH" err="1"/>
              <a:t>Fourth</a:t>
            </a:r>
            <a:r>
              <a:rPr lang="de-CH"/>
              <a:t> </a:t>
            </a:r>
            <a:r>
              <a:rPr lang="de-CH" err="1"/>
              <a:t>level</a:t>
            </a:r>
            <a:endParaRPr lang="de-CH"/>
          </a:p>
          <a:p>
            <a:pPr lvl="4"/>
            <a:r>
              <a:rPr lang="de-CH" err="1"/>
              <a:t>Fifth</a:t>
            </a:r>
            <a:r>
              <a:rPr lang="de-CH"/>
              <a:t> </a:t>
            </a:r>
            <a:r>
              <a:rPr lang="de-CH" err="1"/>
              <a:t>level</a:t>
            </a:r>
            <a:endParaRPr lang="de-CH"/>
          </a:p>
        </p:txBody>
      </p:sp>
      <p:sp>
        <p:nvSpPr>
          <p:cNvPr id="8" name="Picture Placeholder 7">
            <a:extLst>
              <a:ext uri="{FF2B5EF4-FFF2-40B4-BE49-F238E27FC236}">
                <a16:creationId xmlns:a16="http://schemas.microsoft.com/office/drawing/2014/main" id="{D381ED8B-46E2-4BA7-9DF4-FAE44330CE86}"/>
              </a:ext>
            </a:extLst>
          </p:cNvPr>
          <p:cNvSpPr>
            <a:spLocks noGrp="1"/>
          </p:cNvSpPr>
          <p:nvPr>
            <p:ph type="pic" sz="quarter" idx="12"/>
          </p:nvPr>
        </p:nvSpPr>
        <p:spPr>
          <a:xfrm>
            <a:off x="6096000" y="0"/>
            <a:ext cx="6096000" cy="6858000"/>
          </a:xfrm>
          <a:prstGeom prst="rect">
            <a:avLst/>
          </a:prstGeom>
          <a:solidFill>
            <a:schemeClr val="bg1">
              <a:lumMod val="95000"/>
            </a:schemeClr>
          </a:solidFill>
          <a:effectLst/>
        </p:spPr>
        <p:txBody>
          <a:bodyPr/>
          <a:lstStyle>
            <a:lvl1pPr marL="0" indent="0" algn="ctr">
              <a:buFontTx/>
              <a:buNone/>
              <a:defRPr>
                <a:effectLst>
                  <a:outerShdw blurRad="50800" dist="50800" dir="5400000" algn="ctr" rotWithShape="0">
                    <a:schemeClr val="accent4"/>
                  </a:outerShdw>
                </a:effectLst>
              </a:defRPr>
            </a:lvl1pPr>
          </a:lstStyle>
          <a:p>
            <a:r>
              <a:rPr lang="en-US"/>
              <a:t>Click icon to add picture</a:t>
            </a:r>
            <a:endParaRPr lang="en-GB"/>
          </a:p>
        </p:txBody>
      </p:sp>
      <p:sp>
        <p:nvSpPr>
          <p:cNvPr id="9" name="Slide Number Placeholder 8">
            <a:extLst>
              <a:ext uri="{FF2B5EF4-FFF2-40B4-BE49-F238E27FC236}">
                <a16:creationId xmlns:a16="http://schemas.microsoft.com/office/drawing/2014/main" id="{8B67E6B5-CB48-426D-8BB1-F2472F6E7F75}"/>
              </a:ext>
            </a:extLst>
          </p:cNvPr>
          <p:cNvSpPr>
            <a:spLocks noGrp="1"/>
          </p:cNvSpPr>
          <p:nvPr>
            <p:ph type="sldNum" sz="quarter" idx="14"/>
          </p:nvPr>
        </p:nvSpPr>
        <p:spPr/>
        <p:txBody>
          <a:bodyPr/>
          <a:lstStyle/>
          <a:p>
            <a:fld id="{80E579B3-3212-4A9A-A56F-4CEE2A1A27FD}" type="slidenum">
              <a:rPr lang="de-CH" smtClean="0"/>
              <a:pPr/>
              <a:t>‹Nr.›</a:t>
            </a:fld>
            <a:endParaRPr lang="de-CH"/>
          </a:p>
        </p:txBody>
      </p:sp>
      <p:sp>
        <p:nvSpPr>
          <p:cNvPr id="4" name="Title 1">
            <a:extLst>
              <a:ext uri="{FF2B5EF4-FFF2-40B4-BE49-F238E27FC236}">
                <a16:creationId xmlns:a16="http://schemas.microsoft.com/office/drawing/2014/main" id="{7E074A48-9AC6-8799-61E4-48D86A4F3B46}"/>
              </a:ext>
            </a:extLst>
          </p:cNvPr>
          <p:cNvSpPr>
            <a:spLocks noGrp="1"/>
          </p:cNvSpPr>
          <p:nvPr>
            <p:ph type="title"/>
          </p:nvPr>
        </p:nvSpPr>
        <p:spPr>
          <a:xfrm>
            <a:off x="622799" y="478800"/>
            <a:ext cx="5098301" cy="351462"/>
          </a:xfrm>
        </p:spPr>
        <p:txBody>
          <a:bodyPr/>
          <a:lstStyle>
            <a:lvl1pPr>
              <a:defRPr>
                <a:solidFill>
                  <a:schemeClr val="bg1"/>
                </a:solidFill>
              </a:defRPr>
            </a:lvl1pPr>
          </a:lstStyle>
          <a:p>
            <a:r>
              <a:rPr lang="en-US"/>
              <a:t>Click to edit Master title style</a:t>
            </a:r>
            <a:endParaRPr lang="de-CH"/>
          </a:p>
        </p:txBody>
      </p:sp>
      <p:sp>
        <p:nvSpPr>
          <p:cNvPr id="6" name="Subtitle 2">
            <a:extLst>
              <a:ext uri="{FF2B5EF4-FFF2-40B4-BE49-F238E27FC236}">
                <a16:creationId xmlns:a16="http://schemas.microsoft.com/office/drawing/2014/main" id="{7A3CAB40-2669-8D8A-235C-87E27FE5EBF2}"/>
              </a:ext>
            </a:extLst>
          </p:cNvPr>
          <p:cNvSpPr>
            <a:spLocks noGrp="1"/>
          </p:cNvSpPr>
          <p:nvPr>
            <p:ph type="subTitle" idx="15"/>
          </p:nvPr>
        </p:nvSpPr>
        <p:spPr>
          <a:xfrm>
            <a:off x="622799" y="939083"/>
            <a:ext cx="5098539" cy="352800"/>
          </a:xfrm>
        </p:spPr>
        <p:txBody>
          <a:bodyPr/>
          <a:lstStyle>
            <a:lvl1pPr marL="0" indent="0" algn="l">
              <a:lnSpc>
                <a:spcPct val="100000"/>
              </a:lnSpc>
              <a:buNone/>
              <a:defRPr sz="2000" spc="20" baseline="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CH"/>
          </a:p>
        </p:txBody>
      </p:sp>
      <p:pic>
        <p:nvPicPr>
          <p:cNvPr id="11" name="Aveniq_Logo_sw_neg_RGB.pdf">
            <a:extLst>
              <a:ext uri="{FF2B5EF4-FFF2-40B4-BE49-F238E27FC236}">
                <a16:creationId xmlns:a16="http://schemas.microsoft.com/office/drawing/2014/main" id="{8C9AEBC1-B780-6877-D87F-D3FDECE8A8E5}"/>
              </a:ext>
            </a:extLst>
          </p:cNvPr>
          <p:cNvPicPr>
            <a:picLocks/>
          </p:cNvPicPr>
          <p:nvPr userDrawn="1"/>
        </p:nvPicPr>
        <p:blipFill>
          <a:blip r:embed="rId2" cstate="print">
            <a:extLst>
              <a:ext uri="{28A0092B-C50C-407E-A947-70E740481C1C}">
                <a14:useLocalDpi xmlns:a14="http://schemas.microsoft.com/office/drawing/2010/main"/>
              </a:ext>
            </a:extLst>
          </a:blip>
          <a:srcRect/>
          <a:stretch/>
        </p:blipFill>
        <p:spPr>
          <a:xfrm>
            <a:off x="602456" y="6387373"/>
            <a:ext cx="628650" cy="85822"/>
          </a:xfrm>
          <a:prstGeom prst="rect">
            <a:avLst/>
          </a:prstGeom>
          <a:ln w="12700">
            <a:miter lim="400000"/>
          </a:ln>
        </p:spPr>
      </p:pic>
      <p:sp>
        <p:nvSpPr>
          <p:cNvPr id="2" name="Footer Placeholder 3">
            <a:extLst>
              <a:ext uri="{FF2B5EF4-FFF2-40B4-BE49-F238E27FC236}">
                <a16:creationId xmlns:a16="http://schemas.microsoft.com/office/drawing/2014/main" id="{7F82C3D3-044B-C217-2BA2-CCF7C41905B1}"/>
              </a:ext>
            </a:extLst>
          </p:cNvPr>
          <p:cNvSpPr txBox="1">
            <a:spLocks/>
          </p:cNvSpPr>
          <p:nvPr userDrawn="1"/>
        </p:nvSpPr>
        <p:spPr>
          <a:xfrm>
            <a:off x="4281057" y="6296891"/>
            <a:ext cx="4436918" cy="218210"/>
          </a:xfrm>
          <a:prstGeom prst="rect">
            <a:avLst/>
          </a:prstGeom>
        </p:spPr>
        <p:txBody>
          <a:bodyPr/>
          <a:lstStyle>
            <a:defPPr>
              <a:defRPr lang="en-US"/>
            </a:defPPr>
            <a:lvl1pPr marL="0" algn="l"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CH" sz="800" dirty="0" err="1"/>
              <a:t>openEHR.ch</a:t>
            </a:r>
            <a:r>
              <a:rPr lang="de-CH" sz="800" dirty="0"/>
              <a:t> </a:t>
            </a:r>
            <a:r>
              <a:rPr lang="de-CH" sz="800" dirty="0" err="1"/>
              <a:t>presentation</a:t>
            </a:r>
            <a:r>
              <a:rPr lang="de-CH" sz="800" dirty="0"/>
              <a:t> IFAS - 22.10.2024</a:t>
            </a:r>
          </a:p>
        </p:txBody>
      </p:sp>
    </p:spTree>
    <p:extLst>
      <p:ext uri="{BB962C8B-B14F-4D97-AF65-F5344CB8AC3E}">
        <p14:creationId xmlns:p14="http://schemas.microsoft.com/office/powerpoint/2010/main" val="172420764"/>
      </p:ext>
    </p:extLst>
  </p:cSld>
  <p:clrMapOvr>
    <a:masterClrMapping/>
  </p:clrMapOvr>
  <p:transition spd="slow">
    <p:push/>
  </p:transition>
  <p:extLst>
    <p:ext uri="{DCECCB84-F9BA-43D5-87BE-67443E8EF086}">
      <p15:sldGuideLst xmlns:p15="http://schemas.microsoft.com/office/powerpoint/2012/main">
        <p15:guide id="1"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Inhalt und Bild">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41D08-1B5B-4F8F-B6E5-A3393907AA3A}"/>
              </a:ext>
            </a:extLst>
          </p:cNvPr>
          <p:cNvSpPr>
            <a:spLocks noGrp="1"/>
          </p:cNvSpPr>
          <p:nvPr>
            <p:ph type="title" hasCustomPrompt="1"/>
          </p:nvPr>
        </p:nvSpPr>
        <p:spPr>
          <a:xfrm>
            <a:off x="630834" y="2492896"/>
            <a:ext cx="5098538" cy="1214379"/>
          </a:xfrm>
        </p:spPr>
        <p:txBody>
          <a:bodyPr/>
          <a:lstStyle>
            <a:lvl1pPr>
              <a:defRPr sz="4000" b="0">
                <a:solidFill>
                  <a:schemeClr val="bg1"/>
                </a:solidFill>
              </a:defRPr>
            </a:lvl1pPr>
          </a:lstStyle>
          <a:p>
            <a:r>
              <a:rPr lang="en-GB"/>
              <a:t>The future starts with us</a:t>
            </a:r>
            <a:endParaRPr lang="de-CH"/>
          </a:p>
        </p:txBody>
      </p:sp>
      <p:sp>
        <p:nvSpPr>
          <p:cNvPr id="8" name="Picture Placeholder 7">
            <a:extLst>
              <a:ext uri="{FF2B5EF4-FFF2-40B4-BE49-F238E27FC236}">
                <a16:creationId xmlns:a16="http://schemas.microsoft.com/office/drawing/2014/main" id="{D381ED8B-46E2-4BA7-9DF4-FAE44330CE86}"/>
              </a:ext>
            </a:extLst>
          </p:cNvPr>
          <p:cNvSpPr>
            <a:spLocks noGrp="1"/>
          </p:cNvSpPr>
          <p:nvPr>
            <p:ph type="pic" sz="quarter" idx="12"/>
          </p:nvPr>
        </p:nvSpPr>
        <p:spPr>
          <a:xfrm>
            <a:off x="6096000" y="3212976"/>
            <a:ext cx="6096000" cy="3645024"/>
          </a:xfrm>
          <a:prstGeom prst="rect">
            <a:avLst/>
          </a:prstGeom>
          <a:solidFill>
            <a:schemeClr val="bg1">
              <a:lumMod val="95000"/>
            </a:schemeClr>
          </a:solidFill>
          <a:effectLst/>
        </p:spPr>
        <p:txBody>
          <a:bodyPr/>
          <a:lstStyle>
            <a:lvl1pPr marL="0" indent="0" algn="ctr">
              <a:buFontTx/>
              <a:buNone/>
              <a:defRPr>
                <a:effectLst>
                  <a:outerShdw blurRad="50800" dist="50800" dir="5400000" algn="ctr" rotWithShape="0">
                    <a:schemeClr val="accent4"/>
                  </a:outerShdw>
                </a:effectLst>
              </a:defRPr>
            </a:lvl1pPr>
          </a:lstStyle>
          <a:p>
            <a:r>
              <a:rPr lang="en-US"/>
              <a:t>Click icon to add picture</a:t>
            </a:r>
            <a:endParaRPr lang="en-GB"/>
          </a:p>
        </p:txBody>
      </p:sp>
      <p:sp>
        <p:nvSpPr>
          <p:cNvPr id="9" name="Slide Number Placeholder 8">
            <a:extLst>
              <a:ext uri="{FF2B5EF4-FFF2-40B4-BE49-F238E27FC236}">
                <a16:creationId xmlns:a16="http://schemas.microsoft.com/office/drawing/2014/main" id="{8B67E6B5-CB48-426D-8BB1-F2472F6E7F75}"/>
              </a:ext>
            </a:extLst>
          </p:cNvPr>
          <p:cNvSpPr>
            <a:spLocks noGrp="1"/>
          </p:cNvSpPr>
          <p:nvPr>
            <p:ph type="sldNum" sz="quarter" idx="14"/>
          </p:nvPr>
        </p:nvSpPr>
        <p:spPr/>
        <p:txBody>
          <a:bodyPr/>
          <a:lstStyle/>
          <a:p>
            <a:fld id="{80E579B3-3212-4A9A-A56F-4CEE2A1A27FD}" type="slidenum">
              <a:rPr lang="de-CH" smtClean="0"/>
              <a:pPr/>
              <a:t>‹Nr.›</a:t>
            </a:fld>
            <a:endParaRPr lang="de-CH"/>
          </a:p>
        </p:txBody>
      </p:sp>
      <p:sp>
        <p:nvSpPr>
          <p:cNvPr id="6" name="Text Placeholder 5">
            <a:extLst>
              <a:ext uri="{FF2B5EF4-FFF2-40B4-BE49-F238E27FC236}">
                <a16:creationId xmlns:a16="http://schemas.microsoft.com/office/drawing/2014/main" id="{D43532D8-B9AB-8CE5-85B5-0FAE5940610E}"/>
              </a:ext>
            </a:extLst>
          </p:cNvPr>
          <p:cNvSpPr>
            <a:spLocks noGrp="1"/>
          </p:cNvSpPr>
          <p:nvPr>
            <p:ph type="body" sz="quarter" idx="16" hasCustomPrompt="1"/>
          </p:nvPr>
        </p:nvSpPr>
        <p:spPr>
          <a:xfrm>
            <a:off x="6096000" y="0"/>
            <a:ext cx="6096000" cy="3213100"/>
          </a:xfrm>
          <a:solidFill>
            <a:schemeClr val="bg1"/>
          </a:solidFill>
        </p:spPr>
        <p:txBody>
          <a:bodyPr lIns="324000" tIns="0" rIns="324000" anchor="ctr" anchorCtr="0"/>
          <a:lstStyle>
            <a:lvl1pPr marL="0" indent="0">
              <a:buNone/>
              <a:defRPr/>
            </a:lvl1pPr>
          </a:lstStyle>
          <a:p>
            <a:pPr lvl="0"/>
            <a:r>
              <a:rPr lang="de-CH"/>
              <a:t>Hier steht Lauftext in 14pt Grösse in Verdana Roman. Hier steht Lauftext in 14pt Grösse in Verdana Roman. Hier steht Lauftext in 14pt. Lauftext in 14pt Grösse in Verdana Roman. Hier steht Lauftext in 14pt</a:t>
            </a:r>
            <a:endParaRPr lang="en-CH"/>
          </a:p>
        </p:txBody>
      </p:sp>
      <p:pic>
        <p:nvPicPr>
          <p:cNvPr id="4" name="Aveniq_Logo_sw_neg_RGB.pdf">
            <a:extLst>
              <a:ext uri="{FF2B5EF4-FFF2-40B4-BE49-F238E27FC236}">
                <a16:creationId xmlns:a16="http://schemas.microsoft.com/office/drawing/2014/main" id="{B23DBB0B-CD82-9334-7AFE-3275ECE98E7A}"/>
              </a:ext>
            </a:extLst>
          </p:cNvPr>
          <p:cNvPicPr>
            <a:picLocks/>
          </p:cNvPicPr>
          <p:nvPr userDrawn="1"/>
        </p:nvPicPr>
        <p:blipFill>
          <a:blip r:embed="rId2" cstate="print">
            <a:extLst>
              <a:ext uri="{28A0092B-C50C-407E-A947-70E740481C1C}">
                <a14:useLocalDpi xmlns:a14="http://schemas.microsoft.com/office/drawing/2010/main"/>
              </a:ext>
            </a:extLst>
          </a:blip>
          <a:srcRect/>
          <a:stretch/>
        </p:blipFill>
        <p:spPr>
          <a:xfrm>
            <a:off x="602456" y="6387373"/>
            <a:ext cx="628650" cy="85822"/>
          </a:xfrm>
          <a:prstGeom prst="rect">
            <a:avLst/>
          </a:prstGeom>
          <a:ln w="12700">
            <a:miter lim="400000"/>
          </a:ln>
        </p:spPr>
      </p:pic>
      <p:sp>
        <p:nvSpPr>
          <p:cNvPr id="5" name="Footer Placeholder 3">
            <a:extLst>
              <a:ext uri="{FF2B5EF4-FFF2-40B4-BE49-F238E27FC236}">
                <a16:creationId xmlns:a16="http://schemas.microsoft.com/office/drawing/2014/main" id="{B10A6664-026A-61F0-8C28-92102E9DCDC3}"/>
              </a:ext>
            </a:extLst>
          </p:cNvPr>
          <p:cNvSpPr txBox="1">
            <a:spLocks/>
          </p:cNvSpPr>
          <p:nvPr userDrawn="1"/>
        </p:nvSpPr>
        <p:spPr>
          <a:xfrm>
            <a:off x="4281057" y="6296891"/>
            <a:ext cx="4436918" cy="218210"/>
          </a:xfrm>
          <a:prstGeom prst="rect">
            <a:avLst/>
          </a:prstGeom>
        </p:spPr>
        <p:txBody>
          <a:bodyPr/>
          <a:lstStyle>
            <a:defPPr>
              <a:defRPr lang="en-US"/>
            </a:defPPr>
            <a:lvl1pPr marL="0" algn="l"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CH" sz="800" dirty="0" err="1"/>
              <a:t>openEHR.ch</a:t>
            </a:r>
            <a:r>
              <a:rPr lang="de-CH" sz="800" dirty="0"/>
              <a:t> </a:t>
            </a:r>
            <a:r>
              <a:rPr lang="de-CH" sz="800" dirty="0" err="1"/>
              <a:t>presentation</a:t>
            </a:r>
            <a:r>
              <a:rPr lang="de-CH" sz="800" dirty="0"/>
              <a:t> IFAS - 22.10.2024</a:t>
            </a:r>
          </a:p>
        </p:txBody>
      </p:sp>
    </p:spTree>
    <p:extLst>
      <p:ext uri="{BB962C8B-B14F-4D97-AF65-F5344CB8AC3E}">
        <p14:creationId xmlns:p14="http://schemas.microsoft.com/office/powerpoint/2010/main" val="3830208594"/>
      </p:ext>
    </p:extLst>
  </p:cSld>
  <p:clrMapOvr>
    <a:masterClrMapping/>
  </p:clrMapOvr>
  <p:transition spd="slow">
    <p:push/>
  </p:transition>
  <p:extLst>
    <p:ext uri="{DCECCB84-F9BA-43D5-87BE-67443E8EF086}">
      <p15:sldGuideLst xmlns:p15="http://schemas.microsoft.com/office/powerpoint/2012/main">
        <p15:guide id="1"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Zwei Bilder">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79917064-5F02-49C0-A225-D3B4F8189655}"/>
              </a:ext>
            </a:extLst>
          </p:cNvPr>
          <p:cNvSpPr>
            <a:spLocks noGrp="1"/>
          </p:cNvSpPr>
          <p:nvPr>
            <p:ph type="pic" sz="quarter" idx="13"/>
          </p:nvPr>
        </p:nvSpPr>
        <p:spPr>
          <a:xfrm>
            <a:off x="622799" y="1699199"/>
            <a:ext cx="5185168" cy="3679675"/>
          </a:xfrm>
          <a:prstGeom prst="rect">
            <a:avLst/>
          </a:prstGeom>
          <a:solidFill>
            <a:schemeClr val="bg1">
              <a:lumMod val="95000"/>
            </a:schemeClr>
          </a:solidFill>
        </p:spPr>
        <p:txBody>
          <a:bodyPr/>
          <a:lstStyle>
            <a:lvl1pPr marL="0" indent="0" algn="ctr">
              <a:buFontTx/>
              <a:buNone/>
              <a:defRPr/>
            </a:lvl1pPr>
          </a:lstStyle>
          <a:p>
            <a:r>
              <a:rPr lang="en-US"/>
              <a:t>Click icon to add picture</a:t>
            </a:r>
            <a:endParaRPr lang="en-GB"/>
          </a:p>
        </p:txBody>
      </p:sp>
      <p:sp>
        <p:nvSpPr>
          <p:cNvPr id="12" name="Picture Placeholder 11">
            <a:extLst>
              <a:ext uri="{FF2B5EF4-FFF2-40B4-BE49-F238E27FC236}">
                <a16:creationId xmlns:a16="http://schemas.microsoft.com/office/drawing/2014/main" id="{0F96043E-6D8C-4CEF-B107-1898FCB37C74}"/>
              </a:ext>
            </a:extLst>
          </p:cNvPr>
          <p:cNvSpPr>
            <a:spLocks noGrp="1"/>
          </p:cNvSpPr>
          <p:nvPr>
            <p:ph type="pic" sz="quarter" idx="14"/>
          </p:nvPr>
        </p:nvSpPr>
        <p:spPr>
          <a:xfrm>
            <a:off x="6404400" y="1699200"/>
            <a:ext cx="5185168" cy="3679674"/>
          </a:xfrm>
          <a:prstGeom prst="rect">
            <a:avLst/>
          </a:prstGeom>
          <a:solidFill>
            <a:schemeClr val="bg1">
              <a:lumMod val="95000"/>
            </a:schemeClr>
          </a:solidFill>
        </p:spPr>
        <p:txBody>
          <a:bodyPr/>
          <a:lstStyle>
            <a:lvl1pPr marL="0" indent="0" algn="ctr">
              <a:buFontTx/>
              <a:buNone/>
              <a:defRPr/>
            </a:lvl1pPr>
          </a:lstStyle>
          <a:p>
            <a:r>
              <a:rPr lang="en-US"/>
              <a:t>Click icon to add picture</a:t>
            </a:r>
            <a:endParaRPr lang="en-GB"/>
          </a:p>
        </p:txBody>
      </p:sp>
      <p:sp>
        <p:nvSpPr>
          <p:cNvPr id="14" name="Text Placeholder 13">
            <a:extLst>
              <a:ext uri="{FF2B5EF4-FFF2-40B4-BE49-F238E27FC236}">
                <a16:creationId xmlns:a16="http://schemas.microsoft.com/office/drawing/2014/main" id="{FE3B886E-840F-427D-8BDC-1B8CBB1F3942}"/>
              </a:ext>
            </a:extLst>
          </p:cNvPr>
          <p:cNvSpPr>
            <a:spLocks noGrp="1"/>
          </p:cNvSpPr>
          <p:nvPr>
            <p:ph type="body" sz="quarter" idx="15"/>
          </p:nvPr>
        </p:nvSpPr>
        <p:spPr>
          <a:xfrm>
            <a:off x="622300" y="5633274"/>
            <a:ext cx="5186363" cy="394464"/>
          </a:xfrm>
          <a:prstGeom prst="rect">
            <a:avLst/>
          </a:prstGeom>
        </p:spPr>
        <p:txBody>
          <a:bodyPr lIns="3600"/>
          <a:lstStyle>
            <a:lvl1pPr marL="0" indent="0">
              <a:lnSpc>
                <a:spcPct val="101000"/>
              </a:lnSpc>
              <a:spcBef>
                <a:spcPts val="0"/>
              </a:spcBef>
              <a:buNone/>
              <a:defRPr sz="1100"/>
            </a:lvl1pPr>
            <a:lvl2pPr>
              <a:defRPr sz="1100"/>
            </a:lvl2pPr>
            <a:lvl3pPr>
              <a:defRPr sz="1100"/>
            </a:lvl3pPr>
            <a:lvl4pPr>
              <a:defRPr sz="1100"/>
            </a:lvl4pPr>
            <a:lvl5pPr>
              <a:defRPr sz="1100"/>
            </a:lvl5pPr>
          </a:lstStyle>
          <a:p>
            <a:pPr lvl="0"/>
            <a:r>
              <a:rPr lang="en-US"/>
              <a:t>Click to edit Master text styles</a:t>
            </a:r>
          </a:p>
        </p:txBody>
      </p:sp>
      <p:sp>
        <p:nvSpPr>
          <p:cNvPr id="16" name="Text Placeholder 15">
            <a:extLst>
              <a:ext uri="{FF2B5EF4-FFF2-40B4-BE49-F238E27FC236}">
                <a16:creationId xmlns:a16="http://schemas.microsoft.com/office/drawing/2014/main" id="{C1FA7D02-FB6A-4DC6-9041-67821807D2D6}"/>
              </a:ext>
            </a:extLst>
          </p:cNvPr>
          <p:cNvSpPr>
            <a:spLocks noGrp="1"/>
          </p:cNvSpPr>
          <p:nvPr>
            <p:ph type="body" sz="quarter" idx="16"/>
          </p:nvPr>
        </p:nvSpPr>
        <p:spPr>
          <a:xfrm>
            <a:off x="6410325" y="5633274"/>
            <a:ext cx="5191125" cy="394464"/>
          </a:xfrm>
          <a:prstGeom prst="rect">
            <a:avLst/>
          </a:prstGeom>
        </p:spPr>
        <p:txBody>
          <a:bodyPr/>
          <a:lstStyle>
            <a:lvl1pPr marL="0" indent="0">
              <a:lnSpc>
                <a:spcPct val="101000"/>
              </a:lnSpc>
              <a:spcBef>
                <a:spcPts val="0"/>
              </a:spcBef>
              <a:buNone/>
              <a:defRPr sz="1100"/>
            </a:lvl1pPr>
          </a:lstStyle>
          <a:p>
            <a:pPr lvl="0"/>
            <a:r>
              <a:rPr lang="en-US"/>
              <a:t>Click to edit Master text styles</a:t>
            </a:r>
          </a:p>
        </p:txBody>
      </p:sp>
      <p:sp>
        <p:nvSpPr>
          <p:cNvPr id="7" name="Slide Number Placeholder 6">
            <a:extLst>
              <a:ext uri="{FF2B5EF4-FFF2-40B4-BE49-F238E27FC236}">
                <a16:creationId xmlns:a16="http://schemas.microsoft.com/office/drawing/2014/main" id="{56393D68-B6EB-4DDC-B2D3-1C313626A9D8}"/>
              </a:ext>
            </a:extLst>
          </p:cNvPr>
          <p:cNvSpPr>
            <a:spLocks noGrp="1"/>
          </p:cNvSpPr>
          <p:nvPr>
            <p:ph type="sldNum" sz="quarter" idx="18"/>
          </p:nvPr>
        </p:nvSpPr>
        <p:spPr/>
        <p:txBody>
          <a:bodyPr/>
          <a:lstStyle/>
          <a:p>
            <a:fld id="{80E579B3-3212-4A9A-A56F-4CEE2A1A27FD}" type="slidenum">
              <a:rPr lang="de-CH" smtClean="0"/>
              <a:pPr/>
              <a:t>‹Nr.›</a:t>
            </a:fld>
            <a:endParaRPr lang="de-CH"/>
          </a:p>
        </p:txBody>
      </p:sp>
      <p:sp>
        <p:nvSpPr>
          <p:cNvPr id="4" name="Title 1">
            <a:extLst>
              <a:ext uri="{FF2B5EF4-FFF2-40B4-BE49-F238E27FC236}">
                <a16:creationId xmlns:a16="http://schemas.microsoft.com/office/drawing/2014/main" id="{AD48598F-86B3-E130-2209-72FD1C17EF80}"/>
              </a:ext>
            </a:extLst>
          </p:cNvPr>
          <p:cNvSpPr>
            <a:spLocks noGrp="1"/>
          </p:cNvSpPr>
          <p:nvPr>
            <p:ph type="title"/>
          </p:nvPr>
        </p:nvSpPr>
        <p:spPr>
          <a:xfrm>
            <a:off x="622799" y="478800"/>
            <a:ext cx="10978139" cy="351462"/>
          </a:xfrm>
        </p:spPr>
        <p:txBody>
          <a:bodyPr/>
          <a:lstStyle>
            <a:lvl1pPr>
              <a:defRPr>
                <a:solidFill>
                  <a:schemeClr val="tx1"/>
                </a:solidFill>
              </a:defRPr>
            </a:lvl1pPr>
          </a:lstStyle>
          <a:p>
            <a:r>
              <a:rPr lang="en-US"/>
              <a:t>Click to edit Master title style</a:t>
            </a:r>
            <a:endParaRPr lang="de-CH"/>
          </a:p>
        </p:txBody>
      </p:sp>
      <p:sp>
        <p:nvSpPr>
          <p:cNvPr id="5" name="Subtitle 2">
            <a:extLst>
              <a:ext uri="{FF2B5EF4-FFF2-40B4-BE49-F238E27FC236}">
                <a16:creationId xmlns:a16="http://schemas.microsoft.com/office/drawing/2014/main" id="{74207031-1224-630B-B390-28A4E1D20F4D}"/>
              </a:ext>
            </a:extLst>
          </p:cNvPr>
          <p:cNvSpPr>
            <a:spLocks noGrp="1"/>
          </p:cNvSpPr>
          <p:nvPr>
            <p:ph type="subTitle" idx="19"/>
          </p:nvPr>
        </p:nvSpPr>
        <p:spPr>
          <a:xfrm>
            <a:off x="622799" y="939083"/>
            <a:ext cx="10978651" cy="352800"/>
          </a:xfrm>
        </p:spPr>
        <p:txBody>
          <a:bodyPr/>
          <a:lstStyle>
            <a:lvl1pPr marL="0" indent="0" algn="l">
              <a:lnSpc>
                <a:spcPct val="100000"/>
              </a:lnSpc>
              <a:buNone/>
              <a:defRPr sz="2000" spc="20" baseline="0">
                <a:solidFill>
                  <a:srgbClr val="7F7F7F"/>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CH"/>
          </a:p>
        </p:txBody>
      </p:sp>
      <p:pic>
        <p:nvPicPr>
          <p:cNvPr id="6" name="Aveniq_Logo_sw_neg_RGB.pdf">
            <a:extLst>
              <a:ext uri="{FF2B5EF4-FFF2-40B4-BE49-F238E27FC236}">
                <a16:creationId xmlns:a16="http://schemas.microsoft.com/office/drawing/2014/main" id="{424E89D9-CD98-9022-A543-E5E1CD3D365A}"/>
              </a:ext>
            </a:extLst>
          </p:cNvPr>
          <p:cNvPicPr>
            <a:picLocks/>
          </p:cNvPicPr>
          <p:nvPr userDrawn="1"/>
        </p:nvPicPr>
        <p:blipFill>
          <a:blip r:embed="rId2" cstate="print">
            <a:extLst>
              <a:ext uri="{28A0092B-C50C-407E-A947-70E740481C1C}">
                <a14:useLocalDpi xmlns:a14="http://schemas.microsoft.com/office/drawing/2010/main"/>
              </a:ext>
            </a:extLst>
          </a:blip>
          <a:srcRect/>
          <a:stretch/>
        </p:blipFill>
        <p:spPr>
          <a:xfrm>
            <a:off x="602456" y="6387373"/>
            <a:ext cx="628650" cy="85822"/>
          </a:xfrm>
          <a:prstGeom prst="rect">
            <a:avLst/>
          </a:prstGeom>
          <a:ln w="12700">
            <a:miter lim="400000"/>
          </a:ln>
        </p:spPr>
      </p:pic>
      <p:sp>
        <p:nvSpPr>
          <p:cNvPr id="3" name="Footer Placeholder 3">
            <a:extLst>
              <a:ext uri="{FF2B5EF4-FFF2-40B4-BE49-F238E27FC236}">
                <a16:creationId xmlns:a16="http://schemas.microsoft.com/office/drawing/2014/main" id="{3304CCFA-CDB8-015C-A53D-62ACAFB0BA94}"/>
              </a:ext>
            </a:extLst>
          </p:cNvPr>
          <p:cNvSpPr txBox="1">
            <a:spLocks/>
          </p:cNvSpPr>
          <p:nvPr userDrawn="1"/>
        </p:nvSpPr>
        <p:spPr>
          <a:xfrm>
            <a:off x="4281057" y="6296891"/>
            <a:ext cx="4436918" cy="218210"/>
          </a:xfrm>
          <a:prstGeom prst="rect">
            <a:avLst/>
          </a:prstGeom>
        </p:spPr>
        <p:txBody>
          <a:bodyPr/>
          <a:lstStyle>
            <a:defPPr>
              <a:defRPr lang="en-US"/>
            </a:defPPr>
            <a:lvl1pPr marL="0" algn="l"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CH" sz="800" dirty="0" err="1"/>
              <a:t>openEHR.ch</a:t>
            </a:r>
            <a:r>
              <a:rPr lang="de-CH" sz="800" dirty="0"/>
              <a:t> </a:t>
            </a:r>
            <a:r>
              <a:rPr lang="de-CH" sz="800" dirty="0" err="1"/>
              <a:t>presentation</a:t>
            </a:r>
            <a:r>
              <a:rPr lang="de-CH" sz="800" dirty="0"/>
              <a:t> IFAS - 22.10.2024</a:t>
            </a:r>
          </a:p>
        </p:txBody>
      </p:sp>
    </p:spTree>
    <p:extLst>
      <p:ext uri="{BB962C8B-B14F-4D97-AF65-F5344CB8AC3E}">
        <p14:creationId xmlns:p14="http://schemas.microsoft.com/office/powerpoint/2010/main" val="3941110183"/>
      </p:ext>
    </p:extLst>
  </p:cSld>
  <p:clrMapOvr>
    <a:masterClrMapping/>
  </p:clrMapOvr>
  <p:transition spd="slow">
    <p:push/>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accent4"/>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8C6D134-8C8A-7A91-1071-F2E47F2F2D09}"/>
              </a:ext>
            </a:extLst>
          </p:cNvPr>
          <p:cNvSpPr>
            <a:spLocks noGrp="1"/>
          </p:cNvSpPr>
          <p:nvPr>
            <p:ph type="sldNum" sz="quarter" idx="11"/>
          </p:nvPr>
        </p:nvSpPr>
        <p:spPr/>
        <p:txBody>
          <a:bodyPr/>
          <a:lstStyle/>
          <a:p>
            <a:fld id="{80E579B3-3212-4A9A-A56F-4CEE2A1A27FD}" type="slidenum">
              <a:rPr lang="de-CH" smtClean="0"/>
              <a:pPr/>
              <a:t>‹Nr.›</a:t>
            </a:fld>
            <a:endParaRPr lang="de-CH"/>
          </a:p>
        </p:txBody>
      </p:sp>
      <p:sp>
        <p:nvSpPr>
          <p:cNvPr id="7" name="Content Placeholder 2">
            <a:extLst>
              <a:ext uri="{FF2B5EF4-FFF2-40B4-BE49-F238E27FC236}">
                <a16:creationId xmlns:a16="http://schemas.microsoft.com/office/drawing/2014/main" id="{FCD0AB32-0DB8-BC37-5D55-F5A5CEC7FDAB}"/>
              </a:ext>
            </a:extLst>
          </p:cNvPr>
          <p:cNvSpPr>
            <a:spLocks noGrp="1"/>
          </p:cNvSpPr>
          <p:nvPr>
            <p:ph idx="1" hasCustomPrompt="1"/>
          </p:nvPr>
        </p:nvSpPr>
        <p:spPr>
          <a:xfrm>
            <a:off x="2190682" y="2471024"/>
            <a:ext cx="7273400" cy="1730359"/>
          </a:xfrm>
          <a:prstGeom prst="rect">
            <a:avLst/>
          </a:prstGeom>
        </p:spPr>
        <p:txBody>
          <a:bodyPr/>
          <a:lstStyle>
            <a:lvl1pPr marL="0" indent="0">
              <a:buNone/>
              <a:defRPr sz="3200"/>
            </a:lvl1pPr>
          </a:lstStyle>
          <a:p>
            <a:pPr lvl="0" algn="ctr"/>
            <a:r>
              <a:rPr lang="de-CH" b="1">
                <a:solidFill>
                  <a:schemeClr val="bg1"/>
                </a:solidFill>
              </a:rPr>
              <a:t>«</a:t>
            </a:r>
            <a:r>
              <a:rPr lang="de-CH" b="1" err="1">
                <a:solidFill>
                  <a:schemeClr val="bg1"/>
                </a:solidFill>
              </a:rPr>
              <a:t>Lorem</a:t>
            </a:r>
            <a:r>
              <a:rPr lang="de-CH" b="1">
                <a:solidFill>
                  <a:schemeClr val="bg1"/>
                </a:solidFill>
              </a:rPr>
              <a:t> </a:t>
            </a:r>
            <a:r>
              <a:rPr lang="de-CH" b="1" err="1">
                <a:solidFill>
                  <a:schemeClr val="bg1"/>
                </a:solidFill>
              </a:rPr>
              <a:t>ipsum</a:t>
            </a:r>
            <a:r>
              <a:rPr lang="de-CH" b="1">
                <a:solidFill>
                  <a:schemeClr val="bg1"/>
                </a:solidFill>
              </a:rPr>
              <a:t> </a:t>
            </a:r>
            <a:r>
              <a:rPr lang="de-CH" b="1" err="1">
                <a:solidFill>
                  <a:schemeClr val="bg1"/>
                </a:solidFill>
              </a:rPr>
              <a:t>dolor</a:t>
            </a:r>
            <a:r>
              <a:rPr lang="de-CH" b="1">
                <a:solidFill>
                  <a:schemeClr val="bg1"/>
                </a:solidFill>
              </a:rPr>
              <a:t> </a:t>
            </a:r>
            <a:r>
              <a:rPr lang="de-CH" b="1" err="1">
                <a:solidFill>
                  <a:schemeClr val="bg1"/>
                </a:solidFill>
              </a:rPr>
              <a:t>sit</a:t>
            </a:r>
            <a:r>
              <a:rPr lang="de-CH" b="1">
                <a:solidFill>
                  <a:schemeClr val="bg1"/>
                </a:solidFill>
              </a:rPr>
              <a:t> </a:t>
            </a:r>
            <a:r>
              <a:rPr lang="de-CH" b="1" err="1">
                <a:solidFill>
                  <a:schemeClr val="bg1"/>
                </a:solidFill>
              </a:rPr>
              <a:t>amet</a:t>
            </a:r>
            <a:r>
              <a:rPr lang="de-CH" b="1">
                <a:solidFill>
                  <a:schemeClr val="bg1"/>
                </a:solidFill>
              </a:rPr>
              <a:t>, </a:t>
            </a:r>
            <a:r>
              <a:rPr lang="de-CH" b="1" err="1">
                <a:solidFill>
                  <a:schemeClr val="bg1"/>
                </a:solidFill>
              </a:rPr>
              <a:t>consectetur</a:t>
            </a:r>
            <a:r>
              <a:rPr lang="de-CH" b="1">
                <a:solidFill>
                  <a:schemeClr val="bg1"/>
                </a:solidFill>
              </a:rPr>
              <a:t> </a:t>
            </a:r>
            <a:r>
              <a:rPr lang="de-CH" b="1" err="1">
                <a:solidFill>
                  <a:schemeClr val="bg1"/>
                </a:solidFill>
              </a:rPr>
              <a:t>adipiscing</a:t>
            </a:r>
            <a:r>
              <a:rPr lang="de-CH" b="1">
                <a:solidFill>
                  <a:schemeClr val="bg1"/>
                </a:solidFill>
              </a:rPr>
              <a:t> </a:t>
            </a:r>
            <a:r>
              <a:rPr lang="de-CH" b="1" err="1">
                <a:solidFill>
                  <a:schemeClr val="bg1"/>
                </a:solidFill>
              </a:rPr>
              <a:t>elit</a:t>
            </a:r>
            <a:r>
              <a:rPr lang="de-CH" b="1">
                <a:solidFill>
                  <a:schemeClr val="bg1"/>
                </a:solidFill>
              </a:rPr>
              <a:t>, sed do </a:t>
            </a:r>
            <a:r>
              <a:rPr lang="de-CH" b="1" err="1">
                <a:solidFill>
                  <a:schemeClr val="bg1"/>
                </a:solidFill>
              </a:rPr>
              <a:t>eiusmod</a:t>
            </a:r>
            <a:r>
              <a:rPr lang="de-CH" b="1">
                <a:solidFill>
                  <a:schemeClr val="bg1"/>
                </a:solidFill>
              </a:rPr>
              <a:t> </a:t>
            </a:r>
            <a:r>
              <a:rPr lang="de-CH" b="1" err="1">
                <a:solidFill>
                  <a:schemeClr val="bg1"/>
                </a:solidFill>
              </a:rPr>
              <a:t>tempor</a:t>
            </a:r>
            <a:r>
              <a:rPr lang="de-CH" b="1">
                <a:solidFill>
                  <a:schemeClr val="bg1"/>
                </a:solidFill>
              </a:rPr>
              <a:t> </a:t>
            </a:r>
            <a:r>
              <a:rPr lang="de-CH" b="1" err="1">
                <a:solidFill>
                  <a:schemeClr val="bg1"/>
                </a:solidFill>
              </a:rPr>
              <a:t>incididun</a:t>
            </a:r>
            <a:r>
              <a:rPr lang="de-CH" b="1">
                <a:solidFill>
                  <a:schemeClr val="bg1"/>
                </a:solidFill>
              </a:rPr>
              <a:t>»</a:t>
            </a:r>
          </a:p>
        </p:txBody>
      </p:sp>
      <p:sp>
        <p:nvSpPr>
          <p:cNvPr id="8" name="Content Placeholder 2">
            <a:extLst>
              <a:ext uri="{FF2B5EF4-FFF2-40B4-BE49-F238E27FC236}">
                <a16:creationId xmlns:a16="http://schemas.microsoft.com/office/drawing/2014/main" id="{57505F62-EA2B-FD4C-9B7C-1EFDC520F925}"/>
              </a:ext>
            </a:extLst>
          </p:cNvPr>
          <p:cNvSpPr txBox="1">
            <a:spLocks/>
          </p:cNvSpPr>
          <p:nvPr userDrawn="1"/>
        </p:nvSpPr>
        <p:spPr>
          <a:xfrm>
            <a:off x="4510607" y="4201383"/>
            <a:ext cx="2936034" cy="340003"/>
          </a:xfrm>
          <a:prstGeom prst="rect">
            <a:avLst/>
          </a:prstGeom>
        </p:spPr>
        <p:txBody>
          <a:bodyPr vert="horz" lIns="0" tIns="0" rIns="0" bIns="0" rtlCol="0">
            <a:noAutofit/>
          </a:bodyPr>
          <a:lstStyle>
            <a:lvl1pPr marL="0" indent="0" algn="l" defTabSz="914400" rtl="0" eaLnBrk="1" latinLnBrk="0" hangingPunct="1">
              <a:lnSpc>
                <a:spcPct val="100000"/>
              </a:lnSpc>
              <a:spcBef>
                <a:spcPts val="800"/>
              </a:spcBef>
              <a:buSzPct val="100000"/>
              <a:buFont typeface="Verdana" panose="020B0604030504040204" pitchFamily="34" charset="0"/>
              <a:buNone/>
              <a:defRPr sz="1400" kern="1200" spc="20" baseline="0">
                <a:solidFill>
                  <a:schemeClr val="tx2"/>
                </a:solidFill>
                <a:latin typeface="Verdana" panose="020B0604030504040204" pitchFamily="34" charset="0"/>
                <a:ea typeface="+mn-ea"/>
                <a:cs typeface="+mn-cs"/>
              </a:defRPr>
            </a:lvl1pPr>
            <a:lvl2pPr marL="457200" indent="0" algn="ctr" defTabSz="914400" rtl="0" eaLnBrk="1" latinLnBrk="0" hangingPunct="1">
              <a:lnSpc>
                <a:spcPct val="110000"/>
              </a:lnSpc>
              <a:spcBef>
                <a:spcPts val="800"/>
              </a:spcBef>
              <a:buSzPct val="100000"/>
              <a:buFont typeface="Verdana" panose="020B0604030504040204" pitchFamily="34" charset="0"/>
              <a:buNone/>
              <a:defRPr sz="2000" kern="1200">
                <a:solidFill>
                  <a:schemeClr val="tx1"/>
                </a:solidFill>
                <a:latin typeface="Verdana" panose="020B0604030504040204" pitchFamily="34" charset="0"/>
                <a:ea typeface="+mn-ea"/>
                <a:cs typeface="+mn-cs"/>
              </a:defRPr>
            </a:lvl2pPr>
            <a:lvl3pPr marL="914400" indent="0" algn="ctr" defTabSz="914400" rtl="0" eaLnBrk="1" latinLnBrk="0" hangingPunct="1">
              <a:lnSpc>
                <a:spcPct val="110000"/>
              </a:lnSpc>
              <a:spcBef>
                <a:spcPts val="800"/>
              </a:spcBef>
              <a:buSzPct val="100000"/>
              <a:buFont typeface="Verdana" panose="020B0604030504040204" pitchFamily="34" charset="0"/>
              <a:buNone/>
              <a:defRPr sz="1800" kern="1200">
                <a:solidFill>
                  <a:schemeClr val="tx1"/>
                </a:solidFill>
                <a:latin typeface="Verdana" panose="020B0604030504040204" pitchFamily="34" charset="0"/>
                <a:ea typeface="+mn-ea"/>
                <a:cs typeface="+mn-cs"/>
              </a:defRPr>
            </a:lvl3pPr>
            <a:lvl4pPr marL="1371600" indent="0" algn="ctr" defTabSz="914400" rtl="0" eaLnBrk="1" latinLnBrk="0" hangingPunct="1">
              <a:lnSpc>
                <a:spcPct val="110000"/>
              </a:lnSpc>
              <a:spcBef>
                <a:spcPts val="800"/>
              </a:spcBef>
              <a:buSzPct val="100000"/>
              <a:buFont typeface="Verdana" panose="020B0604030504040204" pitchFamily="34" charset="0"/>
              <a:buNone/>
              <a:defRPr sz="1600" kern="1200">
                <a:solidFill>
                  <a:schemeClr val="tx1"/>
                </a:solidFill>
                <a:latin typeface="Verdana" panose="020B0604030504040204" pitchFamily="34" charset="0"/>
                <a:ea typeface="+mn-ea"/>
                <a:cs typeface="+mn-cs"/>
              </a:defRPr>
            </a:lvl4pPr>
            <a:lvl5pPr marL="1828800" indent="0" algn="ctr" defTabSz="914400" rtl="0" eaLnBrk="1" latinLnBrk="0" hangingPunct="1">
              <a:lnSpc>
                <a:spcPct val="110000"/>
              </a:lnSpc>
              <a:spcBef>
                <a:spcPts val="800"/>
              </a:spcBef>
              <a:buSzPct val="100000"/>
              <a:buFont typeface="Verdana" panose="020B0604030504040204" pitchFamily="34" charset="0"/>
              <a:buNone/>
              <a:defRPr sz="1600" kern="1200">
                <a:solidFill>
                  <a:schemeClr val="tx1"/>
                </a:solidFill>
                <a:latin typeface="Verdana" panose="020B0604030504040204" pitchFamily="34" charset="0"/>
                <a:ea typeface="+mn-ea"/>
                <a:cs typeface="+mn-cs"/>
              </a:defRPr>
            </a:lvl5pPr>
            <a:lvl6pPr marL="2286000" indent="0" algn="ctr" defTabSz="914400" rtl="0" eaLnBrk="1" latinLnBrk="0" hangingPunct="1">
              <a:lnSpc>
                <a:spcPct val="110000"/>
              </a:lnSpc>
              <a:spcBef>
                <a:spcPts val="800"/>
              </a:spcBef>
              <a:buSzPct val="100000"/>
              <a:buFont typeface="Verdana" panose="020B0604030504040204" pitchFamily="34" charset="0"/>
              <a:buNone/>
              <a:defRPr sz="1600" kern="1200">
                <a:solidFill>
                  <a:schemeClr val="tx1"/>
                </a:solidFill>
                <a:latin typeface="Verdana" panose="020B0604030504040204" pitchFamily="34" charset="0"/>
                <a:ea typeface="+mn-ea"/>
                <a:cs typeface="+mn-cs"/>
              </a:defRPr>
            </a:lvl6pPr>
            <a:lvl7pPr marL="2743200" indent="0" algn="ctr" defTabSz="914400" rtl="0" eaLnBrk="1" latinLnBrk="0" hangingPunct="1">
              <a:lnSpc>
                <a:spcPct val="110000"/>
              </a:lnSpc>
              <a:spcBef>
                <a:spcPts val="800"/>
              </a:spcBef>
              <a:buSzPct val="100000"/>
              <a:buFont typeface="Verdana" panose="020B0604030504040204" pitchFamily="34" charset="0"/>
              <a:buNone/>
              <a:defRPr sz="1600" kern="1200">
                <a:solidFill>
                  <a:schemeClr val="tx1"/>
                </a:solidFill>
                <a:latin typeface="Verdana" panose="020B0604030504040204" pitchFamily="34" charset="0"/>
                <a:ea typeface="+mn-ea"/>
                <a:cs typeface="+mn-cs"/>
              </a:defRPr>
            </a:lvl7pPr>
            <a:lvl8pPr marL="3200400" indent="0" algn="ctr" defTabSz="914400" rtl="0" eaLnBrk="1" latinLnBrk="0" hangingPunct="1">
              <a:lnSpc>
                <a:spcPct val="110000"/>
              </a:lnSpc>
              <a:spcBef>
                <a:spcPts val="800"/>
              </a:spcBef>
              <a:buSzPct val="100000"/>
              <a:buFont typeface="Verdana" panose="020B0604030504040204" pitchFamily="34" charset="0"/>
              <a:buNone/>
              <a:defRPr sz="1600" kern="1200">
                <a:solidFill>
                  <a:schemeClr val="tx1"/>
                </a:solidFill>
                <a:latin typeface="Verdana" panose="020B0604030504040204" pitchFamily="34" charset="0"/>
                <a:ea typeface="+mn-ea"/>
                <a:cs typeface="+mn-cs"/>
              </a:defRPr>
            </a:lvl8pPr>
            <a:lvl9pPr marL="3657600" indent="0" algn="ctr" defTabSz="914400" rtl="0" eaLnBrk="1" latinLnBrk="0" hangingPunct="1">
              <a:lnSpc>
                <a:spcPct val="110000"/>
              </a:lnSpc>
              <a:spcBef>
                <a:spcPts val="800"/>
              </a:spcBef>
              <a:buSzPct val="100000"/>
              <a:buFont typeface="Verdana" panose="020B0604030504040204" pitchFamily="34" charset="0"/>
              <a:buNone/>
              <a:defRPr sz="1600" kern="1200">
                <a:solidFill>
                  <a:schemeClr val="tx1"/>
                </a:solidFill>
                <a:latin typeface="Verdana" panose="020B0604030504040204" pitchFamily="34" charset="0"/>
                <a:ea typeface="+mn-ea"/>
                <a:cs typeface="+mn-cs"/>
              </a:defRPr>
            </a:lvl9pPr>
          </a:lstStyle>
          <a:p>
            <a:pPr algn="ctr"/>
            <a:r>
              <a:rPr lang="de-CH" b="1">
                <a:solidFill>
                  <a:schemeClr val="accent1"/>
                </a:solidFill>
              </a:rPr>
              <a:t>Vorname Nachname</a:t>
            </a:r>
          </a:p>
        </p:txBody>
      </p:sp>
      <p:sp>
        <p:nvSpPr>
          <p:cNvPr id="11" name="Picture Placeholder 10">
            <a:extLst>
              <a:ext uri="{FF2B5EF4-FFF2-40B4-BE49-F238E27FC236}">
                <a16:creationId xmlns:a16="http://schemas.microsoft.com/office/drawing/2014/main" id="{BFE5998B-6825-5A7A-B869-034D4628BE01}"/>
              </a:ext>
            </a:extLst>
          </p:cNvPr>
          <p:cNvSpPr>
            <a:spLocks noGrp="1"/>
          </p:cNvSpPr>
          <p:nvPr>
            <p:ph type="pic" sz="quarter" idx="12"/>
          </p:nvPr>
        </p:nvSpPr>
        <p:spPr>
          <a:xfrm>
            <a:off x="0" y="-957976"/>
            <a:ext cx="12192000" cy="6858000"/>
          </a:xfrm>
        </p:spPr>
        <p:txBody>
          <a:bodyPr/>
          <a:lstStyle/>
          <a:p>
            <a:r>
              <a:rPr lang="en-US"/>
              <a:t>Click icon to add picture</a:t>
            </a:r>
            <a:endParaRPr lang="en-CH"/>
          </a:p>
        </p:txBody>
      </p:sp>
      <p:pic>
        <p:nvPicPr>
          <p:cNvPr id="5" name="Aveniq_Logo_sw_neg_RGB.pdf">
            <a:extLst>
              <a:ext uri="{FF2B5EF4-FFF2-40B4-BE49-F238E27FC236}">
                <a16:creationId xmlns:a16="http://schemas.microsoft.com/office/drawing/2014/main" id="{92FA99AE-6632-8EAD-BBFB-1640B5697F60}"/>
              </a:ext>
            </a:extLst>
          </p:cNvPr>
          <p:cNvPicPr>
            <a:picLocks/>
          </p:cNvPicPr>
          <p:nvPr userDrawn="1"/>
        </p:nvPicPr>
        <p:blipFill>
          <a:blip r:embed="rId2" cstate="print">
            <a:extLst>
              <a:ext uri="{28A0092B-C50C-407E-A947-70E740481C1C}">
                <a14:useLocalDpi xmlns:a14="http://schemas.microsoft.com/office/drawing/2010/main"/>
              </a:ext>
            </a:extLst>
          </a:blip>
          <a:srcRect/>
          <a:stretch/>
        </p:blipFill>
        <p:spPr>
          <a:xfrm>
            <a:off x="602456" y="6387373"/>
            <a:ext cx="628650" cy="85822"/>
          </a:xfrm>
          <a:prstGeom prst="rect">
            <a:avLst/>
          </a:prstGeom>
          <a:ln w="12700">
            <a:miter lim="400000"/>
          </a:ln>
        </p:spPr>
      </p:pic>
      <p:sp>
        <p:nvSpPr>
          <p:cNvPr id="3" name="Footer Placeholder 3">
            <a:extLst>
              <a:ext uri="{FF2B5EF4-FFF2-40B4-BE49-F238E27FC236}">
                <a16:creationId xmlns:a16="http://schemas.microsoft.com/office/drawing/2014/main" id="{5D6EE61A-8465-83D8-2504-94B022FE4C4B}"/>
              </a:ext>
            </a:extLst>
          </p:cNvPr>
          <p:cNvSpPr txBox="1">
            <a:spLocks/>
          </p:cNvSpPr>
          <p:nvPr userDrawn="1"/>
        </p:nvSpPr>
        <p:spPr>
          <a:xfrm>
            <a:off x="4281057" y="6296891"/>
            <a:ext cx="4436918" cy="218210"/>
          </a:xfrm>
          <a:prstGeom prst="rect">
            <a:avLst/>
          </a:prstGeom>
        </p:spPr>
        <p:txBody>
          <a:bodyPr/>
          <a:lstStyle>
            <a:defPPr>
              <a:defRPr lang="en-US"/>
            </a:defPPr>
            <a:lvl1pPr marL="0" algn="l"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CH" sz="800" dirty="0" err="1"/>
              <a:t>openEHR.ch</a:t>
            </a:r>
            <a:r>
              <a:rPr lang="de-CH" sz="800" dirty="0"/>
              <a:t> </a:t>
            </a:r>
            <a:r>
              <a:rPr lang="de-CH" sz="800" dirty="0" err="1"/>
              <a:t>presentation</a:t>
            </a:r>
            <a:r>
              <a:rPr lang="de-CH" sz="800" dirty="0"/>
              <a:t> IFAS - 22.10.2024</a:t>
            </a:r>
          </a:p>
        </p:txBody>
      </p:sp>
    </p:spTree>
    <p:extLst>
      <p:ext uri="{BB962C8B-B14F-4D97-AF65-F5344CB8AC3E}">
        <p14:creationId xmlns:p14="http://schemas.microsoft.com/office/powerpoint/2010/main" val="2453894368"/>
      </p:ext>
    </p:extLst>
  </p:cSld>
  <p:clrMapOvr>
    <a:masterClrMapping/>
  </p:clrMapOvr>
  <p:transition spd="slow">
    <p:push/>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Titelfolie">
    <p:bg>
      <p:bgPr>
        <a:solidFill>
          <a:schemeClr val="accent4"/>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2D0451C-2E48-4974-8421-BC037954EF6E}"/>
              </a:ext>
            </a:extLst>
          </p:cNvPr>
          <p:cNvSpPr>
            <a:spLocks noGrp="1"/>
          </p:cNvSpPr>
          <p:nvPr>
            <p:ph type="pic" sz="quarter" idx="11"/>
          </p:nvPr>
        </p:nvSpPr>
        <p:spPr>
          <a:xfrm>
            <a:off x="7191632" y="0"/>
            <a:ext cx="5000368" cy="6858000"/>
          </a:xfrm>
          <a:prstGeom prst="rect">
            <a:avLst/>
          </a:prstGeom>
          <a:solidFill>
            <a:schemeClr val="bg1">
              <a:lumMod val="95000"/>
            </a:schemeClr>
          </a:solidFill>
        </p:spPr>
        <p:txBody>
          <a:bodyPr/>
          <a:lstStyle>
            <a:lvl1pPr marL="0" indent="0" algn="ctr">
              <a:buFontTx/>
              <a:buNone/>
              <a:defRPr/>
            </a:lvl1pPr>
          </a:lstStyle>
          <a:p>
            <a:r>
              <a:rPr lang="en-US"/>
              <a:t>Click icon to add picture</a:t>
            </a:r>
            <a:endParaRPr lang="en-GB"/>
          </a:p>
        </p:txBody>
      </p:sp>
      <p:sp>
        <p:nvSpPr>
          <p:cNvPr id="2" name="Title 1">
            <a:extLst>
              <a:ext uri="{FF2B5EF4-FFF2-40B4-BE49-F238E27FC236}">
                <a16:creationId xmlns:a16="http://schemas.microsoft.com/office/drawing/2014/main" id="{94D7FB44-B56E-4B5F-9ED0-C2E1EFE71ED4}"/>
              </a:ext>
            </a:extLst>
          </p:cNvPr>
          <p:cNvSpPr>
            <a:spLocks noGrp="1"/>
          </p:cNvSpPr>
          <p:nvPr>
            <p:ph type="ctrTitle"/>
          </p:nvPr>
        </p:nvSpPr>
        <p:spPr>
          <a:xfrm>
            <a:off x="623888" y="1112838"/>
            <a:ext cx="6407107" cy="2387600"/>
          </a:xfrm>
        </p:spPr>
        <p:txBody>
          <a:bodyPr anchor="b"/>
          <a:lstStyle>
            <a:lvl1pPr algn="l">
              <a:defRPr sz="4400" spc="0" baseline="0">
                <a:solidFill>
                  <a:schemeClr val="bg1"/>
                </a:solidFill>
              </a:defRPr>
            </a:lvl1pPr>
          </a:lstStyle>
          <a:p>
            <a:r>
              <a:rPr lang="en-US"/>
              <a:t>Click to edit Master title style</a:t>
            </a:r>
            <a:endParaRPr lang="de-CH"/>
          </a:p>
        </p:txBody>
      </p:sp>
      <p:sp>
        <p:nvSpPr>
          <p:cNvPr id="3" name="Subtitle 2">
            <a:extLst>
              <a:ext uri="{FF2B5EF4-FFF2-40B4-BE49-F238E27FC236}">
                <a16:creationId xmlns:a16="http://schemas.microsoft.com/office/drawing/2014/main" id="{573ECBC1-DF2C-4930-BE65-FF204DC6E9B6}"/>
              </a:ext>
            </a:extLst>
          </p:cNvPr>
          <p:cNvSpPr>
            <a:spLocks noGrp="1"/>
          </p:cNvSpPr>
          <p:nvPr>
            <p:ph type="subTitle" idx="1"/>
          </p:nvPr>
        </p:nvSpPr>
        <p:spPr>
          <a:xfrm>
            <a:off x="622300" y="3981450"/>
            <a:ext cx="5473700" cy="1655763"/>
          </a:xfrm>
          <a:prstGeom prst="rect">
            <a:avLst/>
          </a:prstGeom>
        </p:spPr>
        <p:txBody>
          <a:bodyPr/>
          <a:lstStyle>
            <a:lvl1pPr marL="0" indent="0" algn="l">
              <a:spcBef>
                <a:spcPts val="0"/>
              </a:spcBef>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CH"/>
          </a:p>
        </p:txBody>
      </p:sp>
      <p:pic>
        <p:nvPicPr>
          <p:cNvPr id="8" name="Aveniq_Logo_sw_neg_RGB.pdf">
            <a:extLst>
              <a:ext uri="{FF2B5EF4-FFF2-40B4-BE49-F238E27FC236}">
                <a16:creationId xmlns:a16="http://schemas.microsoft.com/office/drawing/2014/main" id="{3221A4A7-0288-224E-CE9E-5D0128C88568}"/>
              </a:ext>
            </a:extLst>
          </p:cNvPr>
          <p:cNvPicPr>
            <a:picLocks/>
          </p:cNvPicPr>
          <p:nvPr userDrawn="1"/>
        </p:nvPicPr>
        <p:blipFill>
          <a:blip r:embed="rId2" cstate="print">
            <a:extLst>
              <a:ext uri="{28A0092B-C50C-407E-A947-70E740481C1C}">
                <a14:useLocalDpi xmlns:a14="http://schemas.microsoft.com/office/drawing/2010/main"/>
              </a:ext>
            </a:extLst>
          </a:blip>
          <a:srcRect/>
          <a:stretch/>
        </p:blipFill>
        <p:spPr>
          <a:xfrm>
            <a:off x="602456" y="6387373"/>
            <a:ext cx="628650" cy="85822"/>
          </a:xfrm>
          <a:prstGeom prst="rect">
            <a:avLst/>
          </a:prstGeom>
          <a:ln w="12700">
            <a:miter lim="400000"/>
          </a:ln>
        </p:spPr>
      </p:pic>
      <p:sp>
        <p:nvSpPr>
          <p:cNvPr id="4" name="Footer Placeholder 3">
            <a:extLst>
              <a:ext uri="{FF2B5EF4-FFF2-40B4-BE49-F238E27FC236}">
                <a16:creationId xmlns:a16="http://schemas.microsoft.com/office/drawing/2014/main" id="{DA7317D4-1E55-409C-F9DD-99970BC45263}"/>
              </a:ext>
            </a:extLst>
          </p:cNvPr>
          <p:cNvSpPr txBox="1">
            <a:spLocks/>
          </p:cNvSpPr>
          <p:nvPr userDrawn="1"/>
        </p:nvSpPr>
        <p:spPr>
          <a:xfrm>
            <a:off x="4281057" y="6296891"/>
            <a:ext cx="4436918" cy="218210"/>
          </a:xfrm>
          <a:prstGeom prst="rect">
            <a:avLst/>
          </a:prstGeom>
        </p:spPr>
        <p:txBody>
          <a:bodyPr/>
          <a:lstStyle>
            <a:defPPr>
              <a:defRPr lang="en-US"/>
            </a:defPPr>
            <a:lvl1pPr marL="0" algn="l"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CH" sz="800" dirty="0" err="1"/>
              <a:t>openEHR.ch</a:t>
            </a:r>
            <a:r>
              <a:rPr lang="de-CH" sz="800" dirty="0"/>
              <a:t> </a:t>
            </a:r>
            <a:r>
              <a:rPr lang="de-CH" sz="800" dirty="0" err="1"/>
              <a:t>presentation</a:t>
            </a:r>
            <a:r>
              <a:rPr lang="de-CH" sz="800" dirty="0"/>
              <a:t> IFAS - 22.10.2024</a:t>
            </a:r>
          </a:p>
        </p:txBody>
      </p:sp>
    </p:spTree>
    <p:extLst>
      <p:ext uri="{BB962C8B-B14F-4D97-AF65-F5344CB8AC3E}">
        <p14:creationId xmlns:p14="http://schemas.microsoft.com/office/powerpoint/2010/main" val="17794856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2_Titelfolie">
    <p:bg>
      <p:bgPr>
        <a:solidFill>
          <a:schemeClr val="bg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2D0451C-2E48-4974-8421-BC037954EF6E}"/>
              </a:ext>
            </a:extLst>
          </p:cNvPr>
          <p:cNvSpPr>
            <a:spLocks noGrp="1"/>
          </p:cNvSpPr>
          <p:nvPr>
            <p:ph type="pic" sz="quarter" idx="11"/>
          </p:nvPr>
        </p:nvSpPr>
        <p:spPr>
          <a:xfrm>
            <a:off x="7191632" y="0"/>
            <a:ext cx="5000368" cy="6858000"/>
          </a:xfrm>
          <a:prstGeom prst="rect">
            <a:avLst/>
          </a:prstGeom>
          <a:solidFill>
            <a:schemeClr val="bg1">
              <a:lumMod val="95000"/>
            </a:schemeClr>
          </a:solidFill>
        </p:spPr>
        <p:txBody>
          <a:bodyPr/>
          <a:lstStyle>
            <a:lvl1pPr marL="0" indent="0" algn="ctr">
              <a:buFontTx/>
              <a:buNone/>
              <a:defRPr/>
            </a:lvl1pPr>
          </a:lstStyle>
          <a:p>
            <a:r>
              <a:rPr lang="en-US"/>
              <a:t>Click icon to add picture</a:t>
            </a:r>
            <a:endParaRPr lang="en-GB"/>
          </a:p>
        </p:txBody>
      </p:sp>
      <p:sp>
        <p:nvSpPr>
          <p:cNvPr id="2" name="Title 1">
            <a:extLst>
              <a:ext uri="{FF2B5EF4-FFF2-40B4-BE49-F238E27FC236}">
                <a16:creationId xmlns:a16="http://schemas.microsoft.com/office/drawing/2014/main" id="{94D7FB44-B56E-4B5F-9ED0-C2E1EFE71ED4}"/>
              </a:ext>
            </a:extLst>
          </p:cNvPr>
          <p:cNvSpPr>
            <a:spLocks noGrp="1"/>
          </p:cNvSpPr>
          <p:nvPr>
            <p:ph type="ctrTitle"/>
          </p:nvPr>
        </p:nvSpPr>
        <p:spPr>
          <a:xfrm>
            <a:off x="623888" y="1112838"/>
            <a:ext cx="6407107" cy="2387600"/>
          </a:xfrm>
        </p:spPr>
        <p:txBody>
          <a:bodyPr anchor="b"/>
          <a:lstStyle>
            <a:lvl1pPr algn="l">
              <a:defRPr sz="4400" spc="0" baseline="0">
                <a:solidFill>
                  <a:schemeClr val="tx1"/>
                </a:solidFill>
              </a:defRPr>
            </a:lvl1pPr>
          </a:lstStyle>
          <a:p>
            <a:r>
              <a:rPr lang="en-US"/>
              <a:t>Click to edit Master title style</a:t>
            </a:r>
            <a:endParaRPr lang="de-CH"/>
          </a:p>
        </p:txBody>
      </p:sp>
      <p:sp>
        <p:nvSpPr>
          <p:cNvPr id="3" name="Subtitle 2">
            <a:extLst>
              <a:ext uri="{FF2B5EF4-FFF2-40B4-BE49-F238E27FC236}">
                <a16:creationId xmlns:a16="http://schemas.microsoft.com/office/drawing/2014/main" id="{573ECBC1-DF2C-4930-BE65-FF204DC6E9B6}"/>
              </a:ext>
            </a:extLst>
          </p:cNvPr>
          <p:cNvSpPr>
            <a:spLocks noGrp="1"/>
          </p:cNvSpPr>
          <p:nvPr>
            <p:ph type="subTitle" idx="1"/>
          </p:nvPr>
        </p:nvSpPr>
        <p:spPr>
          <a:xfrm>
            <a:off x="622300" y="3981450"/>
            <a:ext cx="5473700" cy="1655763"/>
          </a:xfrm>
          <a:prstGeom prst="rect">
            <a:avLst/>
          </a:prstGeom>
        </p:spPr>
        <p:txBody>
          <a:bodyPr/>
          <a:lstStyle>
            <a:lvl1pPr marL="0" indent="0" algn="l">
              <a:spcBef>
                <a:spcPts val="0"/>
              </a:spcBef>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CH"/>
          </a:p>
        </p:txBody>
      </p:sp>
      <p:pic>
        <p:nvPicPr>
          <p:cNvPr id="8" name="Aveniq_Logo_sw_neg_RGB.pdf">
            <a:extLst>
              <a:ext uri="{FF2B5EF4-FFF2-40B4-BE49-F238E27FC236}">
                <a16:creationId xmlns:a16="http://schemas.microsoft.com/office/drawing/2014/main" id="{7174296B-B314-D9BB-80EC-8FDA3DF5321C}"/>
              </a:ext>
            </a:extLst>
          </p:cNvPr>
          <p:cNvPicPr>
            <a:picLocks/>
          </p:cNvPicPr>
          <p:nvPr userDrawn="1"/>
        </p:nvPicPr>
        <p:blipFill>
          <a:blip r:embed="rId2" cstate="print">
            <a:extLst>
              <a:ext uri="{28A0092B-C50C-407E-A947-70E740481C1C}">
                <a14:useLocalDpi xmlns:a14="http://schemas.microsoft.com/office/drawing/2010/main"/>
              </a:ext>
            </a:extLst>
          </a:blip>
          <a:srcRect/>
          <a:stretch/>
        </p:blipFill>
        <p:spPr>
          <a:xfrm>
            <a:off x="602456" y="6387373"/>
            <a:ext cx="628650" cy="85822"/>
          </a:xfrm>
          <a:prstGeom prst="rect">
            <a:avLst/>
          </a:prstGeom>
          <a:ln w="12700">
            <a:miter lim="400000"/>
          </a:ln>
        </p:spPr>
      </p:pic>
      <p:sp>
        <p:nvSpPr>
          <p:cNvPr id="4" name="Footer Placeholder 3">
            <a:extLst>
              <a:ext uri="{FF2B5EF4-FFF2-40B4-BE49-F238E27FC236}">
                <a16:creationId xmlns:a16="http://schemas.microsoft.com/office/drawing/2014/main" id="{23DB5936-992E-9931-2050-966292E9A49D}"/>
              </a:ext>
            </a:extLst>
          </p:cNvPr>
          <p:cNvSpPr txBox="1">
            <a:spLocks/>
          </p:cNvSpPr>
          <p:nvPr userDrawn="1"/>
        </p:nvSpPr>
        <p:spPr>
          <a:xfrm>
            <a:off x="4281057" y="6296891"/>
            <a:ext cx="4436918" cy="218210"/>
          </a:xfrm>
          <a:prstGeom prst="rect">
            <a:avLst/>
          </a:prstGeom>
        </p:spPr>
        <p:txBody>
          <a:bodyPr/>
          <a:lstStyle>
            <a:defPPr>
              <a:defRPr lang="en-US"/>
            </a:defPPr>
            <a:lvl1pPr marL="0" algn="l"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CH" sz="800" dirty="0" err="1"/>
              <a:t>openEHR.ch</a:t>
            </a:r>
            <a:r>
              <a:rPr lang="de-CH" sz="800" dirty="0"/>
              <a:t> </a:t>
            </a:r>
            <a:r>
              <a:rPr lang="de-CH" sz="800" dirty="0" err="1"/>
              <a:t>presentation</a:t>
            </a:r>
            <a:r>
              <a:rPr lang="de-CH" sz="800" dirty="0"/>
              <a:t> IFAS - 22.10.2024</a:t>
            </a:r>
          </a:p>
        </p:txBody>
      </p:sp>
    </p:spTree>
    <p:extLst>
      <p:ext uri="{BB962C8B-B14F-4D97-AF65-F5344CB8AC3E}">
        <p14:creationId xmlns:p14="http://schemas.microsoft.com/office/powerpoint/2010/main" val="31056230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rennseite blau">
    <p:bg>
      <p:bgPr>
        <a:solidFill>
          <a:schemeClr val="accent4"/>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86A96BA6-6BB0-40A2-B38B-87B0880C18C0}"/>
              </a:ext>
            </a:extLst>
          </p:cNvPr>
          <p:cNvSpPr>
            <a:spLocks noGrp="1"/>
          </p:cNvSpPr>
          <p:nvPr>
            <p:ph type="title"/>
          </p:nvPr>
        </p:nvSpPr>
        <p:spPr>
          <a:xfrm>
            <a:off x="623888" y="1662113"/>
            <a:ext cx="7272312" cy="1838324"/>
          </a:xfrm>
        </p:spPr>
        <p:txBody>
          <a:bodyPr anchor="b" anchorCtr="0"/>
          <a:lstStyle>
            <a:lvl1pPr>
              <a:defRPr sz="4400">
                <a:solidFill>
                  <a:schemeClr val="bg1"/>
                </a:solidFill>
              </a:defRPr>
            </a:lvl1pPr>
          </a:lstStyle>
          <a:p>
            <a:r>
              <a:rPr lang="en-US"/>
              <a:t>Click to edit Master title style</a:t>
            </a:r>
            <a:endParaRPr lang="de-CH"/>
          </a:p>
        </p:txBody>
      </p:sp>
      <p:sp>
        <p:nvSpPr>
          <p:cNvPr id="12" name="Subtitle 2">
            <a:extLst>
              <a:ext uri="{FF2B5EF4-FFF2-40B4-BE49-F238E27FC236}">
                <a16:creationId xmlns:a16="http://schemas.microsoft.com/office/drawing/2014/main" id="{2F37C29A-F26E-4F10-9189-8AEFC039E70D}"/>
              </a:ext>
            </a:extLst>
          </p:cNvPr>
          <p:cNvSpPr>
            <a:spLocks noGrp="1"/>
          </p:cNvSpPr>
          <p:nvPr>
            <p:ph type="subTitle" idx="1"/>
          </p:nvPr>
        </p:nvSpPr>
        <p:spPr>
          <a:xfrm>
            <a:off x="622300" y="3981450"/>
            <a:ext cx="5473700" cy="1655763"/>
          </a:xfrm>
          <a:prstGeom prst="rect">
            <a:avLst/>
          </a:prstGeom>
        </p:spPr>
        <p:txBody>
          <a:bodyPr/>
          <a:lstStyle>
            <a:lvl1pPr marL="0" indent="0" algn="l">
              <a:lnSpc>
                <a:spcPct val="110000"/>
              </a:lnSpc>
              <a:spcBef>
                <a:spcPts val="0"/>
              </a:spcBef>
              <a:buNone/>
              <a:defRPr sz="1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CH"/>
          </a:p>
        </p:txBody>
      </p:sp>
      <p:sp>
        <p:nvSpPr>
          <p:cNvPr id="5" name="Slide Number Placeholder 4">
            <a:extLst>
              <a:ext uri="{FF2B5EF4-FFF2-40B4-BE49-F238E27FC236}">
                <a16:creationId xmlns:a16="http://schemas.microsoft.com/office/drawing/2014/main" id="{51DEF4F1-CDF7-4912-BEF5-D39FFCF6226C}"/>
              </a:ext>
            </a:extLst>
          </p:cNvPr>
          <p:cNvSpPr>
            <a:spLocks noGrp="1"/>
          </p:cNvSpPr>
          <p:nvPr>
            <p:ph type="sldNum" sz="quarter" idx="11"/>
          </p:nvPr>
        </p:nvSpPr>
        <p:spPr/>
        <p:txBody>
          <a:bodyPr/>
          <a:lstStyle>
            <a:lvl1pPr>
              <a:defRPr>
                <a:solidFill>
                  <a:schemeClr val="bg1"/>
                </a:solidFill>
              </a:defRPr>
            </a:lvl1pPr>
          </a:lstStyle>
          <a:p>
            <a:fld id="{80E579B3-3212-4A9A-A56F-4CEE2A1A27FD}" type="slidenum">
              <a:rPr lang="de-CH" smtClean="0"/>
              <a:pPr/>
              <a:t>‹Nr.›</a:t>
            </a:fld>
            <a:endParaRPr lang="de-CH"/>
          </a:p>
        </p:txBody>
      </p:sp>
      <p:pic>
        <p:nvPicPr>
          <p:cNvPr id="4" name="Aveniq_Logo_sw_neg_RGB.pdf">
            <a:extLst>
              <a:ext uri="{FF2B5EF4-FFF2-40B4-BE49-F238E27FC236}">
                <a16:creationId xmlns:a16="http://schemas.microsoft.com/office/drawing/2014/main" id="{4A50290C-EC54-2CA8-C577-804637055E31}"/>
              </a:ext>
            </a:extLst>
          </p:cNvPr>
          <p:cNvPicPr>
            <a:picLocks/>
          </p:cNvPicPr>
          <p:nvPr userDrawn="1"/>
        </p:nvPicPr>
        <p:blipFill>
          <a:blip r:embed="rId2" cstate="print">
            <a:extLst>
              <a:ext uri="{28A0092B-C50C-407E-A947-70E740481C1C}">
                <a14:useLocalDpi xmlns:a14="http://schemas.microsoft.com/office/drawing/2010/main"/>
              </a:ext>
            </a:extLst>
          </a:blip>
          <a:srcRect/>
          <a:stretch/>
        </p:blipFill>
        <p:spPr>
          <a:xfrm>
            <a:off x="602456" y="6387373"/>
            <a:ext cx="628650" cy="85822"/>
          </a:xfrm>
          <a:prstGeom prst="rect">
            <a:avLst/>
          </a:prstGeom>
          <a:ln w="12700">
            <a:miter lim="400000"/>
          </a:ln>
        </p:spPr>
      </p:pic>
      <p:sp>
        <p:nvSpPr>
          <p:cNvPr id="2" name="Footer Placeholder 3">
            <a:extLst>
              <a:ext uri="{FF2B5EF4-FFF2-40B4-BE49-F238E27FC236}">
                <a16:creationId xmlns:a16="http://schemas.microsoft.com/office/drawing/2014/main" id="{B30C0991-7FAE-0CBA-8E68-5E3D4CF867D4}"/>
              </a:ext>
            </a:extLst>
          </p:cNvPr>
          <p:cNvSpPr txBox="1">
            <a:spLocks/>
          </p:cNvSpPr>
          <p:nvPr userDrawn="1"/>
        </p:nvSpPr>
        <p:spPr>
          <a:xfrm>
            <a:off x="4281057" y="6296891"/>
            <a:ext cx="4436918" cy="218210"/>
          </a:xfrm>
          <a:prstGeom prst="rect">
            <a:avLst/>
          </a:prstGeom>
        </p:spPr>
        <p:txBody>
          <a:bodyPr/>
          <a:lstStyle>
            <a:defPPr>
              <a:defRPr lang="en-US"/>
            </a:defPPr>
            <a:lvl1pPr marL="0" algn="l"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CH" sz="800" dirty="0" err="1"/>
              <a:t>openEHR.ch</a:t>
            </a:r>
            <a:r>
              <a:rPr lang="de-CH" sz="800" dirty="0"/>
              <a:t> </a:t>
            </a:r>
            <a:r>
              <a:rPr lang="de-CH" sz="800" dirty="0" err="1"/>
              <a:t>presentation</a:t>
            </a:r>
            <a:r>
              <a:rPr lang="de-CH" sz="800" dirty="0"/>
              <a:t> IFAS - 22.10.2024</a:t>
            </a:r>
          </a:p>
        </p:txBody>
      </p:sp>
    </p:spTree>
    <p:extLst>
      <p:ext uri="{BB962C8B-B14F-4D97-AF65-F5344CB8AC3E}">
        <p14:creationId xmlns:p14="http://schemas.microsoft.com/office/powerpoint/2010/main" val="4057298340"/>
      </p:ext>
    </p:extLst>
  </p:cSld>
  <p:clrMapOvr>
    <a:masterClrMapping/>
  </p:clrMapOvr>
  <p:transition spd="slow">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rennseite grün">
    <p:bg>
      <p:bgPr>
        <a:solidFill>
          <a:schemeClr val="accent1"/>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86A96BA6-6BB0-40A2-B38B-87B0880C18C0}"/>
              </a:ext>
            </a:extLst>
          </p:cNvPr>
          <p:cNvSpPr>
            <a:spLocks noGrp="1"/>
          </p:cNvSpPr>
          <p:nvPr>
            <p:ph type="title"/>
          </p:nvPr>
        </p:nvSpPr>
        <p:spPr>
          <a:xfrm>
            <a:off x="623888" y="1662113"/>
            <a:ext cx="7272312" cy="1838324"/>
          </a:xfrm>
        </p:spPr>
        <p:txBody>
          <a:bodyPr anchor="b" anchorCtr="0"/>
          <a:lstStyle>
            <a:lvl1pPr>
              <a:defRPr sz="4400">
                <a:solidFill>
                  <a:schemeClr val="bg1"/>
                </a:solidFill>
              </a:defRPr>
            </a:lvl1pPr>
          </a:lstStyle>
          <a:p>
            <a:r>
              <a:rPr lang="en-US"/>
              <a:t>Click to edit Master title style</a:t>
            </a:r>
            <a:endParaRPr lang="de-CH"/>
          </a:p>
        </p:txBody>
      </p:sp>
      <p:sp>
        <p:nvSpPr>
          <p:cNvPr id="12" name="Subtitle 2">
            <a:extLst>
              <a:ext uri="{FF2B5EF4-FFF2-40B4-BE49-F238E27FC236}">
                <a16:creationId xmlns:a16="http://schemas.microsoft.com/office/drawing/2014/main" id="{2F37C29A-F26E-4F10-9189-8AEFC039E70D}"/>
              </a:ext>
            </a:extLst>
          </p:cNvPr>
          <p:cNvSpPr>
            <a:spLocks noGrp="1"/>
          </p:cNvSpPr>
          <p:nvPr>
            <p:ph type="subTitle" idx="1"/>
          </p:nvPr>
        </p:nvSpPr>
        <p:spPr>
          <a:xfrm>
            <a:off x="622300" y="3981450"/>
            <a:ext cx="5473700" cy="1655763"/>
          </a:xfrm>
          <a:prstGeom prst="rect">
            <a:avLst/>
          </a:prstGeom>
        </p:spPr>
        <p:txBody>
          <a:bodyPr/>
          <a:lstStyle>
            <a:lvl1pPr marL="0" indent="0" algn="l">
              <a:lnSpc>
                <a:spcPct val="110000"/>
              </a:lnSpc>
              <a:spcBef>
                <a:spcPts val="0"/>
              </a:spcBef>
              <a:buNone/>
              <a:defRPr sz="1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CH"/>
          </a:p>
        </p:txBody>
      </p:sp>
      <p:sp>
        <p:nvSpPr>
          <p:cNvPr id="5" name="Slide Number Placeholder 4">
            <a:extLst>
              <a:ext uri="{FF2B5EF4-FFF2-40B4-BE49-F238E27FC236}">
                <a16:creationId xmlns:a16="http://schemas.microsoft.com/office/drawing/2014/main" id="{3863CA9A-DACD-47F8-97CD-42C6FDDE2F18}"/>
              </a:ext>
            </a:extLst>
          </p:cNvPr>
          <p:cNvSpPr>
            <a:spLocks noGrp="1"/>
          </p:cNvSpPr>
          <p:nvPr>
            <p:ph type="sldNum" sz="quarter" idx="11"/>
          </p:nvPr>
        </p:nvSpPr>
        <p:spPr/>
        <p:txBody>
          <a:bodyPr/>
          <a:lstStyle>
            <a:lvl1pPr>
              <a:defRPr>
                <a:solidFill>
                  <a:schemeClr val="bg1"/>
                </a:solidFill>
              </a:defRPr>
            </a:lvl1pPr>
          </a:lstStyle>
          <a:p>
            <a:fld id="{80E579B3-3212-4A9A-A56F-4CEE2A1A27FD}" type="slidenum">
              <a:rPr lang="de-CH" smtClean="0"/>
              <a:pPr/>
              <a:t>‹Nr.›</a:t>
            </a:fld>
            <a:endParaRPr lang="de-CH"/>
          </a:p>
        </p:txBody>
      </p:sp>
      <p:pic>
        <p:nvPicPr>
          <p:cNvPr id="4" name="Aveniq_Logo_sw_neg_RGB.pdf">
            <a:extLst>
              <a:ext uri="{FF2B5EF4-FFF2-40B4-BE49-F238E27FC236}">
                <a16:creationId xmlns:a16="http://schemas.microsoft.com/office/drawing/2014/main" id="{900F42DE-43CB-CE07-0202-292EB2EE006D}"/>
              </a:ext>
            </a:extLst>
          </p:cNvPr>
          <p:cNvPicPr>
            <a:picLocks/>
          </p:cNvPicPr>
          <p:nvPr userDrawn="1"/>
        </p:nvPicPr>
        <p:blipFill>
          <a:blip r:embed="rId2" cstate="print">
            <a:extLst>
              <a:ext uri="{28A0092B-C50C-407E-A947-70E740481C1C}">
                <a14:useLocalDpi xmlns:a14="http://schemas.microsoft.com/office/drawing/2010/main"/>
              </a:ext>
            </a:extLst>
          </a:blip>
          <a:srcRect/>
          <a:stretch/>
        </p:blipFill>
        <p:spPr>
          <a:xfrm>
            <a:off x="602456" y="6387373"/>
            <a:ext cx="628650" cy="85822"/>
          </a:xfrm>
          <a:prstGeom prst="rect">
            <a:avLst/>
          </a:prstGeom>
          <a:ln w="12700">
            <a:miter lim="400000"/>
          </a:ln>
        </p:spPr>
      </p:pic>
      <p:sp>
        <p:nvSpPr>
          <p:cNvPr id="2" name="Footer Placeholder 3">
            <a:extLst>
              <a:ext uri="{FF2B5EF4-FFF2-40B4-BE49-F238E27FC236}">
                <a16:creationId xmlns:a16="http://schemas.microsoft.com/office/drawing/2014/main" id="{095B4FA2-C99C-E041-23A1-F174B5B1922F}"/>
              </a:ext>
            </a:extLst>
          </p:cNvPr>
          <p:cNvSpPr txBox="1">
            <a:spLocks/>
          </p:cNvSpPr>
          <p:nvPr userDrawn="1"/>
        </p:nvSpPr>
        <p:spPr>
          <a:xfrm>
            <a:off x="4281057" y="6296891"/>
            <a:ext cx="4436918" cy="218210"/>
          </a:xfrm>
          <a:prstGeom prst="rect">
            <a:avLst/>
          </a:prstGeom>
        </p:spPr>
        <p:txBody>
          <a:bodyPr/>
          <a:lstStyle>
            <a:defPPr>
              <a:defRPr lang="en-US"/>
            </a:defPPr>
            <a:lvl1pPr marL="0" algn="l"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CH" sz="800" dirty="0" err="1"/>
              <a:t>openEHR.ch</a:t>
            </a:r>
            <a:r>
              <a:rPr lang="de-CH" sz="800" dirty="0"/>
              <a:t> </a:t>
            </a:r>
            <a:r>
              <a:rPr lang="de-CH" sz="800" dirty="0" err="1"/>
              <a:t>presentation</a:t>
            </a:r>
            <a:r>
              <a:rPr lang="de-CH" sz="800" dirty="0"/>
              <a:t> IFAS - 22.10.2024</a:t>
            </a:r>
          </a:p>
        </p:txBody>
      </p:sp>
    </p:spTree>
    <p:extLst>
      <p:ext uri="{BB962C8B-B14F-4D97-AF65-F5344CB8AC3E}">
        <p14:creationId xmlns:p14="http://schemas.microsoft.com/office/powerpoint/2010/main" val="1666867354"/>
      </p:ext>
    </p:extLst>
  </p:cSld>
  <p:clrMapOvr>
    <a:masterClrMapping/>
  </p:clrMapOvr>
  <p:transition spd="slow">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Trennseite grün">
    <p:bg>
      <p:bgPr>
        <a:solidFill>
          <a:schemeClr val="tx2"/>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86A96BA6-6BB0-40A2-B38B-87B0880C18C0}"/>
              </a:ext>
            </a:extLst>
          </p:cNvPr>
          <p:cNvSpPr>
            <a:spLocks noGrp="1"/>
          </p:cNvSpPr>
          <p:nvPr>
            <p:ph type="title"/>
          </p:nvPr>
        </p:nvSpPr>
        <p:spPr>
          <a:xfrm>
            <a:off x="623888" y="1662113"/>
            <a:ext cx="7272312" cy="1838324"/>
          </a:xfrm>
        </p:spPr>
        <p:txBody>
          <a:bodyPr anchor="b" anchorCtr="0"/>
          <a:lstStyle>
            <a:lvl1pPr>
              <a:defRPr sz="4400">
                <a:solidFill>
                  <a:schemeClr val="bg1"/>
                </a:solidFill>
              </a:defRPr>
            </a:lvl1pPr>
          </a:lstStyle>
          <a:p>
            <a:r>
              <a:rPr lang="en-US"/>
              <a:t>Click to edit Master title style</a:t>
            </a:r>
            <a:endParaRPr lang="de-CH"/>
          </a:p>
        </p:txBody>
      </p:sp>
      <p:sp>
        <p:nvSpPr>
          <p:cNvPr id="12" name="Subtitle 2">
            <a:extLst>
              <a:ext uri="{FF2B5EF4-FFF2-40B4-BE49-F238E27FC236}">
                <a16:creationId xmlns:a16="http://schemas.microsoft.com/office/drawing/2014/main" id="{2F37C29A-F26E-4F10-9189-8AEFC039E70D}"/>
              </a:ext>
            </a:extLst>
          </p:cNvPr>
          <p:cNvSpPr>
            <a:spLocks noGrp="1"/>
          </p:cNvSpPr>
          <p:nvPr>
            <p:ph type="subTitle" idx="1"/>
          </p:nvPr>
        </p:nvSpPr>
        <p:spPr>
          <a:xfrm>
            <a:off x="622300" y="3981450"/>
            <a:ext cx="5473700" cy="1655763"/>
          </a:xfrm>
          <a:prstGeom prst="rect">
            <a:avLst/>
          </a:prstGeom>
        </p:spPr>
        <p:txBody>
          <a:bodyPr/>
          <a:lstStyle>
            <a:lvl1pPr marL="0" indent="0" algn="l">
              <a:lnSpc>
                <a:spcPct val="110000"/>
              </a:lnSpc>
              <a:spcBef>
                <a:spcPts val="0"/>
              </a:spcBef>
              <a:buNone/>
              <a:defRPr sz="1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CH"/>
          </a:p>
        </p:txBody>
      </p:sp>
      <p:sp>
        <p:nvSpPr>
          <p:cNvPr id="5" name="Slide Number Placeholder 4">
            <a:extLst>
              <a:ext uri="{FF2B5EF4-FFF2-40B4-BE49-F238E27FC236}">
                <a16:creationId xmlns:a16="http://schemas.microsoft.com/office/drawing/2014/main" id="{3863CA9A-DACD-47F8-97CD-42C6FDDE2F18}"/>
              </a:ext>
            </a:extLst>
          </p:cNvPr>
          <p:cNvSpPr>
            <a:spLocks noGrp="1"/>
          </p:cNvSpPr>
          <p:nvPr>
            <p:ph type="sldNum" sz="quarter" idx="11"/>
          </p:nvPr>
        </p:nvSpPr>
        <p:spPr/>
        <p:txBody>
          <a:bodyPr/>
          <a:lstStyle>
            <a:lvl1pPr>
              <a:defRPr>
                <a:solidFill>
                  <a:schemeClr val="bg1"/>
                </a:solidFill>
              </a:defRPr>
            </a:lvl1pPr>
          </a:lstStyle>
          <a:p>
            <a:fld id="{80E579B3-3212-4A9A-A56F-4CEE2A1A27FD}" type="slidenum">
              <a:rPr lang="de-CH" smtClean="0"/>
              <a:pPr/>
              <a:t>‹Nr.›</a:t>
            </a:fld>
            <a:endParaRPr lang="de-CH"/>
          </a:p>
        </p:txBody>
      </p:sp>
      <p:pic>
        <p:nvPicPr>
          <p:cNvPr id="4" name="Aveniq_Logo_sw_neg_RGB.pdf">
            <a:extLst>
              <a:ext uri="{FF2B5EF4-FFF2-40B4-BE49-F238E27FC236}">
                <a16:creationId xmlns:a16="http://schemas.microsoft.com/office/drawing/2014/main" id="{65D01E11-E9D7-C799-BB3A-D365F794920F}"/>
              </a:ext>
            </a:extLst>
          </p:cNvPr>
          <p:cNvPicPr>
            <a:picLocks/>
          </p:cNvPicPr>
          <p:nvPr userDrawn="1"/>
        </p:nvPicPr>
        <p:blipFill>
          <a:blip r:embed="rId2" cstate="print">
            <a:extLst>
              <a:ext uri="{28A0092B-C50C-407E-A947-70E740481C1C}">
                <a14:useLocalDpi xmlns:a14="http://schemas.microsoft.com/office/drawing/2010/main"/>
              </a:ext>
            </a:extLst>
          </a:blip>
          <a:srcRect/>
          <a:stretch/>
        </p:blipFill>
        <p:spPr>
          <a:xfrm>
            <a:off x="602456" y="6387373"/>
            <a:ext cx="628650" cy="85822"/>
          </a:xfrm>
          <a:prstGeom prst="rect">
            <a:avLst/>
          </a:prstGeom>
          <a:ln w="12700">
            <a:miter lim="400000"/>
          </a:ln>
        </p:spPr>
      </p:pic>
      <p:sp>
        <p:nvSpPr>
          <p:cNvPr id="2" name="Footer Placeholder 3">
            <a:extLst>
              <a:ext uri="{FF2B5EF4-FFF2-40B4-BE49-F238E27FC236}">
                <a16:creationId xmlns:a16="http://schemas.microsoft.com/office/drawing/2014/main" id="{489D7DE8-B030-3A4E-DBF1-AC5C86D3F350}"/>
              </a:ext>
            </a:extLst>
          </p:cNvPr>
          <p:cNvSpPr txBox="1">
            <a:spLocks/>
          </p:cNvSpPr>
          <p:nvPr userDrawn="1"/>
        </p:nvSpPr>
        <p:spPr>
          <a:xfrm>
            <a:off x="4281057" y="6296891"/>
            <a:ext cx="4436918" cy="218210"/>
          </a:xfrm>
          <a:prstGeom prst="rect">
            <a:avLst/>
          </a:prstGeom>
        </p:spPr>
        <p:txBody>
          <a:bodyPr/>
          <a:lstStyle>
            <a:defPPr>
              <a:defRPr lang="en-US"/>
            </a:defPPr>
            <a:lvl1pPr marL="0" algn="l"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CH" sz="800" dirty="0" err="1"/>
              <a:t>openEHR.ch</a:t>
            </a:r>
            <a:r>
              <a:rPr lang="de-CH" sz="800" dirty="0"/>
              <a:t> </a:t>
            </a:r>
            <a:r>
              <a:rPr lang="de-CH" sz="800" dirty="0" err="1"/>
              <a:t>presentation</a:t>
            </a:r>
            <a:r>
              <a:rPr lang="de-CH" sz="800" dirty="0"/>
              <a:t> IFAS - 22.10.2024</a:t>
            </a:r>
          </a:p>
        </p:txBody>
      </p:sp>
    </p:spTree>
    <p:extLst>
      <p:ext uri="{BB962C8B-B14F-4D97-AF65-F5344CB8AC3E}">
        <p14:creationId xmlns:p14="http://schemas.microsoft.com/office/powerpoint/2010/main" val="4275745691"/>
      </p:ext>
    </p:extLst>
  </p:cSld>
  <p:clrMapOvr>
    <a:masterClrMapping/>
  </p:clrMapOvr>
  <p:transition spd="slow">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chlussfoli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7FB44-B56E-4B5F-9ED0-C2E1EFE71ED4}"/>
              </a:ext>
            </a:extLst>
          </p:cNvPr>
          <p:cNvSpPr>
            <a:spLocks noGrp="1"/>
          </p:cNvSpPr>
          <p:nvPr>
            <p:ph type="ctrTitle"/>
          </p:nvPr>
        </p:nvSpPr>
        <p:spPr>
          <a:xfrm>
            <a:off x="622300" y="2132856"/>
            <a:ext cx="10979150" cy="3672632"/>
          </a:xfrm>
        </p:spPr>
        <p:txBody>
          <a:bodyPr anchor="t" anchorCtr="0"/>
          <a:lstStyle>
            <a:lvl1pPr algn="l">
              <a:defRPr sz="4400" spc="0" baseline="0"/>
            </a:lvl1pPr>
          </a:lstStyle>
          <a:p>
            <a:r>
              <a:rPr lang="en-US"/>
              <a:t>Click to edit Master title style</a:t>
            </a:r>
            <a:endParaRPr lang="de-CH"/>
          </a:p>
        </p:txBody>
      </p:sp>
      <p:pic>
        <p:nvPicPr>
          <p:cNvPr id="5" name="Picture 4">
            <a:extLst>
              <a:ext uri="{FF2B5EF4-FFF2-40B4-BE49-F238E27FC236}">
                <a16:creationId xmlns:a16="http://schemas.microsoft.com/office/drawing/2014/main" id="{7A4A39C7-EA58-467B-8862-43B76847EE40}"/>
              </a:ext>
            </a:extLst>
          </p:cNvPr>
          <p:cNvPicPr>
            <a:picLocks/>
          </p:cNvPicPr>
          <p:nvPr userDrawn="1"/>
        </p:nvPicPr>
        <p:blipFill>
          <a:blip r:embed="rId2" cstate="print">
            <a:extLst>
              <a:ext uri="{28A0092B-C50C-407E-A947-70E740481C1C}">
                <a14:useLocalDpi xmlns:a14="http://schemas.microsoft.com/office/drawing/2010/main"/>
              </a:ext>
            </a:extLst>
          </a:blip>
          <a:srcRect/>
          <a:stretch/>
        </p:blipFill>
        <p:spPr>
          <a:xfrm>
            <a:off x="601200" y="639667"/>
            <a:ext cx="1778400" cy="242784"/>
          </a:xfrm>
          <a:prstGeom prst="rect">
            <a:avLst/>
          </a:prstGeom>
        </p:spPr>
      </p:pic>
      <p:sp>
        <p:nvSpPr>
          <p:cNvPr id="4" name="Footer Placeholder 3">
            <a:extLst>
              <a:ext uri="{FF2B5EF4-FFF2-40B4-BE49-F238E27FC236}">
                <a16:creationId xmlns:a16="http://schemas.microsoft.com/office/drawing/2014/main" id="{7CC4A81A-19AD-66A3-9111-A8EDA75D86F2}"/>
              </a:ext>
            </a:extLst>
          </p:cNvPr>
          <p:cNvSpPr txBox="1">
            <a:spLocks/>
          </p:cNvSpPr>
          <p:nvPr userDrawn="1"/>
        </p:nvSpPr>
        <p:spPr>
          <a:xfrm>
            <a:off x="4281057" y="6296891"/>
            <a:ext cx="4436918" cy="218210"/>
          </a:xfrm>
          <a:prstGeom prst="rect">
            <a:avLst/>
          </a:prstGeom>
        </p:spPr>
        <p:txBody>
          <a:bodyPr/>
          <a:lstStyle>
            <a:defPPr>
              <a:defRPr lang="en-US"/>
            </a:defPPr>
            <a:lvl1pPr marL="0" algn="l"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CH" sz="800" dirty="0" err="1"/>
              <a:t>openEHR.ch</a:t>
            </a:r>
            <a:r>
              <a:rPr lang="de-CH" sz="800" dirty="0"/>
              <a:t> </a:t>
            </a:r>
            <a:r>
              <a:rPr lang="de-CH" sz="800" dirty="0" err="1"/>
              <a:t>presentation</a:t>
            </a:r>
            <a:r>
              <a:rPr lang="de-CH" sz="800" dirty="0"/>
              <a:t> IFAS - 22.10.2024</a:t>
            </a:r>
          </a:p>
        </p:txBody>
      </p:sp>
    </p:spTree>
    <p:extLst>
      <p:ext uri="{BB962C8B-B14F-4D97-AF65-F5344CB8AC3E}">
        <p14:creationId xmlns:p14="http://schemas.microsoft.com/office/powerpoint/2010/main" val="11367715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Schlussfoli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7FB44-B56E-4B5F-9ED0-C2E1EFE71ED4}"/>
              </a:ext>
            </a:extLst>
          </p:cNvPr>
          <p:cNvSpPr>
            <a:spLocks noGrp="1"/>
          </p:cNvSpPr>
          <p:nvPr>
            <p:ph type="ctrTitle"/>
          </p:nvPr>
        </p:nvSpPr>
        <p:spPr>
          <a:xfrm>
            <a:off x="622300" y="2132856"/>
            <a:ext cx="10979150" cy="3672632"/>
          </a:xfrm>
        </p:spPr>
        <p:txBody>
          <a:bodyPr anchor="t" anchorCtr="0"/>
          <a:lstStyle>
            <a:lvl1pPr algn="l">
              <a:defRPr sz="4400" spc="0" baseline="0"/>
            </a:lvl1pPr>
          </a:lstStyle>
          <a:p>
            <a:r>
              <a:rPr lang="en-US"/>
              <a:t>Click to edit Master title style</a:t>
            </a:r>
            <a:endParaRPr lang="de-CH"/>
          </a:p>
        </p:txBody>
      </p:sp>
      <p:pic>
        <p:nvPicPr>
          <p:cNvPr id="5" name="Picture 4">
            <a:extLst>
              <a:ext uri="{FF2B5EF4-FFF2-40B4-BE49-F238E27FC236}">
                <a16:creationId xmlns:a16="http://schemas.microsoft.com/office/drawing/2014/main" id="{7A4A39C7-EA58-467B-8862-43B76847EE40}"/>
              </a:ext>
            </a:extLst>
          </p:cNvPr>
          <p:cNvPicPr>
            <a:picLocks/>
          </p:cNvPicPr>
          <p:nvPr userDrawn="1"/>
        </p:nvPicPr>
        <p:blipFill>
          <a:blip r:embed="rId2" cstate="print">
            <a:extLst>
              <a:ext uri="{28A0092B-C50C-407E-A947-70E740481C1C}">
                <a14:useLocalDpi xmlns:a14="http://schemas.microsoft.com/office/drawing/2010/main"/>
              </a:ext>
            </a:extLst>
          </a:blip>
          <a:srcRect/>
          <a:stretch/>
        </p:blipFill>
        <p:spPr>
          <a:xfrm>
            <a:off x="601200" y="639667"/>
            <a:ext cx="1778400" cy="242784"/>
          </a:xfrm>
          <a:prstGeom prst="rect">
            <a:avLst/>
          </a:prstGeom>
        </p:spPr>
      </p:pic>
      <p:sp>
        <p:nvSpPr>
          <p:cNvPr id="3" name="Footer Placeholder 3">
            <a:extLst>
              <a:ext uri="{FF2B5EF4-FFF2-40B4-BE49-F238E27FC236}">
                <a16:creationId xmlns:a16="http://schemas.microsoft.com/office/drawing/2014/main" id="{A85053CA-0A11-DAAA-0855-57F5EF0D91BE}"/>
              </a:ext>
            </a:extLst>
          </p:cNvPr>
          <p:cNvSpPr txBox="1">
            <a:spLocks/>
          </p:cNvSpPr>
          <p:nvPr userDrawn="1"/>
        </p:nvSpPr>
        <p:spPr>
          <a:xfrm>
            <a:off x="4281057" y="6296891"/>
            <a:ext cx="4436918" cy="218210"/>
          </a:xfrm>
          <a:prstGeom prst="rect">
            <a:avLst/>
          </a:prstGeom>
        </p:spPr>
        <p:txBody>
          <a:bodyPr/>
          <a:lstStyle>
            <a:defPPr>
              <a:defRPr lang="en-US"/>
            </a:defPPr>
            <a:lvl1pPr marL="0" algn="l"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CH" sz="800" dirty="0" err="1"/>
              <a:t>openEHR.ch</a:t>
            </a:r>
            <a:r>
              <a:rPr lang="de-CH" sz="800" dirty="0"/>
              <a:t> </a:t>
            </a:r>
            <a:r>
              <a:rPr lang="de-CH" sz="800" dirty="0" err="1"/>
              <a:t>presentation</a:t>
            </a:r>
            <a:r>
              <a:rPr lang="de-CH" sz="800" dirty="0"/>
              <a:t> IFAS - 22.10.2024</a:t>
            </a:r>
          </a:p>
        </p:txBody>
      </p:sp>
    </p:spTree>
    <p:extLst>
      <p:ext uri="{BB962C8B-B14F-4D97-AF65-F5344CB8AC3E}">
        <p14:creationId xmlns:p14="http://schemas.microsoft.com/office/powerpoint/2010/main" val="18796486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2_Schlussfoli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7FB44-B56E-4B5F-9ED0-C2E1EFE71ED4}"/>
              </a:ext>
            </a:extLst>
          </p:cNvPr>
          <p:cNvSpPr>
            <a:spLocks noGrp="1"/>
          </p:cNvSpPr>
          <p:nvPr>
            <p:ph type="ctrTitle"/>
          </p:nvPr>
        </p:nvSpPr>
        <p:spPr>
          <a:xfrm>
            <a:off x="622300" y="2132856"/>
            <a:ext cx="10979150" cy="3672632"/>
          </a:xfrm>
        </p:spPr>
        <p:txBody>
          <a:bodyPr anchor="t" anchorCtr="0"/>
          <a:lstStyle>
            <a:lvl1pPr algn="l">
              <a:defRPr sz="4400" spc="0" baseline="0"/>
            </a:lvl1pPr>
          </a:lstStyle>
          <a:p>
            <a:r>
              <a:rPr lang="en-US"/>
              <a:t>Click to edit Master title style</a:t>
            </a:r>
            <a:endParaRPr lang="de-CH"/>
          </a:p>
        </p:txBody>
      </p:sp>
      <p:pic>
        <p:nvPicPr>
          <p:cNvPr id="5" name="Picture 4">
            <a:extLst>
              <a:ext uri="{FF2B5EF4-FFF2-40B4-BE49-F238E27FC236}">
                <a16:creationId xmlns:a16="http://schemas.microsoft.com/office/drawing/2014/main" id="{7A4A39C7-EA58-467B-8862-43B76847EE40}"/>
              </a:ext>
            </a:extLst>
          </p:cNvPr>
          <p:cNvPicPr>
            <a:picLocks/>
          </p:cNvPicPr>
          <p:nvPr userDrawn="1"/>
        </p:nvPicPr>
        <p:blipFill>
          <a:blip r:embed="rId2" cstate="print">
            <a:extLst>
              <a:ext uri="{28A0092B-C50C-407E-A947-70E740481C1C}">
                <a14:useLocalDpi xmlns:a14="http://schemas.microsoft.com/office/drawing/2010/main"/>
              </a:ext>
            </a:extLst>
          </a:blip>
          <a:srcRect/>
          <a:stretch/>
        </p:blipFill>
        <p:spPr>
          <a:xfrm>
            <a:off x="601200" y="639667"/>
            <a:ext cx="1778400" cy="242784"/>
          </a:xfrm>
          <a:prstGeom prst="rect">
            <a:avLst/>
          </a:prstGeom>
        </p:spPr>
      </p:pic>
      <p:sp>
        <p:nvSpPr>
          <p:cNvPr id="4" name="Footer Placeholder 3">
            <a:extLst>
              <a:ext uri="{FF2B5EF4-FFF2-40B4-BE49-F238E27FC236}">
                <a16:creationId xmlns:a16="http://schemas.microsoft.com/office/drawing/2014/main" id="{FF7D3D65-605E-A303-E323-698C55C1F0EA}"/>
              </a:ext>
            </a:extLst>
          </p:cNvPr>
          <p:cNvSpPr txBox="1">
            <a:spLocks/>
          </p:cNvSpPr>
          <p:nvPr userDrawn="1"/>
        </p:nvSpPr>
        <p:spPr>
          <a:xfrm>
            <a:off x="4281057" y="6296891"/>
            <a:ext cx="4436918" cy="218210"/>
          </a:xfrm>
          <a:prstGeom prst="rect">
            <a:avLst/>
          </a:prstGeom>
        </p:spPr>
        <p:txBody>
          <a:bodyPr/>
          <a:lstStyle>
            <a:defPPr>
              <a:defRPr lang="en-US"/>
            </a:defPPr>
            <a:lvl1pPr marL="0" algn="l"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CH" sz="800" dirty="0" err="1"/>
              <a:t>openEHR.ch</a:t>
            </a:r>
            <a:r>
              <a:rPr lang="de-CH" sz="800" dirty="0"/>
              <a:t> </a:t>
            </a:r>
            <a:r>
              <a:rPr lang="de-CH" sz="800" dirty="0" err="1"/>
              <a:t>presentation</a:t>
            </a:r>
            <a:r>
              <a:rPr lang="de-CH" sz="800" dirty="0"/>
              <a:t> FDMG - 24.03.2025</a:t>
            </a:r>
          </a:p>
        </p:txBody>
      </p:sp>
    </p:spTree>
    <p:extLst>
      <p:ext uri="{BB962C8B-B14F-4D97-AF65-F5344CB8AC3E}">
        <p14:creationId xmlns:p14="http://schemas.microsoft.com/office/powerpoint/2010/main" val="11139591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Logo">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5AD1518-957C-4B1E-A702-6966FBC4321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3510000" y="3072851"/>
            <a:ext cx="5162400" cy="704764"/>
          </a:xfrm>
          <a:prstGeom prst="rect">
            <a:avLst/>
          </a:prstGeom>
        </p:spPr>
      </p:pic>
    </p:spTree>
    <p:extLst>
      <p:ext uri="{BB962C8B-B14F-4D97-AF65-F5344CB8AC3E}">
        <p14:creationId xmlns:p14="http://schemas.microsoft.com/office/powerpoint/2010/main" val="4042015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Nur Video">
    <p:spTree>
      <p:nvGrpSpPr>
        <p:cNvPr id="1" name=""/>
        <p:cNvGrpSpPr/>
        <p:nvPr/>
      </p:nvGrpSpPr>
      <p:grpSpPr>
        <a:xfrm>
          <a:off x="0" y="0"/>
          <a:ext cx="0" cy="0"/>
          <a:chOff x="0" y="0"/>
          <a:chExt cx="0" cy="0"/>
        </a:xfrm>
      </p:grpSpPr>
      <p:sp>
        <p:nvSpPr>
          <p:cNvPr id="3" name="Media Placeholder 2">
            <a:extLst>
              <a:ext uri="{FF2B5EF4-FFF2-40B4-BE49-F238E27FC236}">
                <a16:creationId xmlns:a16="http://schemas.microsoft.com/office/drawing/2014/main" id="{992BB365-43ED-48BE-B6E8-268ACDDEAC9F}"/>
              </a:ext>
            </a:extLst>
          </p:cNvPr>
          <p:cNvSpPr>
            <a:spLocks noGrp="1"/>
          </p:cNvSpPr>
          <p:nvPr>
            <p:ph type="media" sz="quarter" idx="10"/>
          </p:nvPr>
        </p:nvSpPr>
        <p:spPr>
          <a:xfrm>
            <a:off x="1" y="0"/>
            <a:ext cx="12191999" cy="6858000"/>
          </a:xfrm>
          <a:prstGeom prst="rect">
            <a:avLst/>
          </a:prstGeom>
          <a:solidFill>
            <a:schemeClr val="bg1">
              <a:lumMod val="95000"/>
            </a:schemeClr>
          </a:solidFill>
        </p:spPr>
        <p:txBody>
          <a:bodyPr/>
          <a:lstStyle>
            <a:lvl1pPr marL="0" indent="0" algn="ctr">
              <a:buFontTx/>
              <a:buNone/>
              <a:defRPr/>
            </a:lvl1pPr>
          </a:lstStyle>
          <a:p>
            <a:r>
              <a:rPr lang="en-US"/>
              <a:t>Click icon to add media</a:t>
            </a:r>
            <a:endParaRPr lang="en-GB"/>
          </a:p>
        </p:txBody>
      </p:sp>
    </p:spTree>
    <p:extLst>
      <p:ext uri="{BB962C8B-B14F-4D97-AF65-F5344CB8AC3E}">
        <p14:creationId xmlns:p14="http://schemas.microsoft.com/office/powerpoint/2010/main" val="33877827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59464D9-5AE2-41B7-9995-84FF18E2856F}"/>
              </a:ext>
            </a:extLst>
          </p:cNvPr>
          <p:cNvSpPr>
            <a:spLocks noGrp="1"/>
          </p:cNvSpPr>
          <p:nvPr>
            <p:ph type="sldNum" sz="quarter" idx="11"/>
          </p:nvPr>
        </p:nvSpPr>
        <p:spPr/>
        <p:txBody>
          <a:bodyPr/>
          <a:lstStyle/>
          <a:p>
            <a:fld id="{80E579B3-3212-4A9A-A56F-4CEE2A1A27FD}" type="slidenum">
              <a:rPr lang="de-CH" smtClean="0"/>
              <a:pPr/>
              <a:t>‹Nr.›</a:t>
            </a:fld>
            <a:endParaRPr lang="de-CH"/>
          </a:p>
        </p:txBody>
      </p:sp>
      <p:sp>
        <p:nvSpPr>
          <p:cNvPr id="3" name="Title 1">
            <a:extLst>
              <a:ext uri="{FF2B5EF4-FFF2-40B4-BE49-F238E27FC236}">
                <a16:creationId xmlns:a16="http://schemas.microsoft.com/office/drawing/2014/main" id="{396840F4-D512-0CAC-041E-0C718D09986C}"/>
              </a:ext>
            </a:extLst>
          </p:cNvPr>
          <p:cNvSpPr>
            <a:spLocks noGrp="1"/>
          </p:cNvSpPr>
          <p:nvPr>
            <p:ph type="title"/>
          </p:nvPr>
        </p:nvSpPr>
        <p:spPr>
          <a:xfrm>
            <a:off x="622799" y="478800"/>
            <a:ext cx="10978139" cy="351462"/>
          </a:xfrm>
        </p:spPr>
        <p:txBody>
          <a:bodyPr/>
          <a:lstStyle>
            <a:lvl1pPr>
              <a:defRPr>
                <a:solidFill>
                  <a:schemeClr val="tx1"/>
                </a:solidFill>
              </a:defRPr>
            </a:lvl1pPr>
          </a:lstStyle>
          <a:p>
            <a:r>
              <a:rPr lang="en-US"/>
              <a:t>Click to edit Master title style</a:t>
            </a:r>
            <a:endParaRPr lang="de-CH"/>
          </a:p>
        </p:txBody>
      </p:sp>
      <p:sp>
        <p:nvSpPr>
          <p:cNvPr id="4" name="Subtitle 2">
            <a:extLst>
              <a:ext uri="{FF2B5EF4-FFF2-40B4-BE49-F238E27FC236}">
                <a16:creationId xmlns:a16="http://schemas.microsoft.com/office/drawing/2014/main" id="{77316537-AFD3-BDB7-081F-D1DEE739F493}"/>
              </a:ext>
            </a:extLst>
          </p:cNvPr>
          <p:cNvSpPr>
            <a:spLocks noGrp="1"/>
          </p:cNvSpPr>
          <p:nvPr>
            <p:ph type="subTitle" idx="12"/>
          </p:nvPr>
        </p:nvSpPr>
        <p:spPr>
          <a:xfrm>
            <a:off x="622799" y="939083"/>
            <a:ext cx="10978651" cy="352800"/>
          </a:xfrm>
        </p:spPr>
        <p:txBody>
          <a:bodyPr/>
          <a:lstStyle>
            <a:lvl1pPr marL="0" indent="0" algn="l">
              <a:lnSpc>
                <a:spcPct val="100000"/>
              </a:lnSpc>
              <a:buNone/>
              <a:defRPr sz="2000" spc="20" baseline="0">
                <a:solidFill>
                  <a:srgbClr val="7F7F7F"/>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CH"/>
          </a:p>
        </p:txBody>
      </p:sp>
      <p:pic>
        <p:nvPicPr>
          <p:cNvPr id="6" name="Aveniq_Logo_sw_neg_RGB.pdf">
            <a:extLst>
              <a:ext uri="{FF2B5EF4-FFF2-40B4-BE49-F238E27FC236}">
                <a16:creationId xmlns:a16="http://schemas.microsoft.com/office/drawing/2014/main" id="{E73D41C6-D40C-7AB5-6D82-3E021F361FC5}"/>
              </a:ext>
            </a:extLst>
          </p:cNvPr>
          <p:cNvPicPr>
            <a:picLocks/>
          </p:cNvPicPr>
          <p:nvPr userDrawn="1"/>
        </p:nvPicPr>
        <p:blipFill>
          <a:blip r:embed="rId2" cstate="print">
            <a:extLst>
              <a:ext uri="{28A0092B-C50C-407E-A947-70E740481C1C}">
                <a14:useLocalDpi xmlns:a14="http://schemas.microsoft.com/office/drawing/2010/main"/>
              </a:ext>
            </a:extLst>
          </a:blip>
          <a:srcRect/>
          <a:stretch/>
        </p:blipFill>
        <p:spPr>
          <a:xfrm>
            <a:off x="602456" y="6387373"/>
            <a:ext cx="628650" cy="85822"/>
          </a:xfrm>
          <a:prstGeom prst="rect">
            <a:avLst/>
          </a:prstGeom>
          <a:ln w="12700">
            <a:miter lim="400000"/>
          </a:ln>
        </p:spPr>
      </p:pic>
      <p:sp>
        <p:nvSpPr>
          <p:cNvPr id="2" name="Footer Placeholder 3">
            <a:extLst>
              <a:ext uri="{FF2B5EF4-FFF2-40B4-BE49-F238E27FC236}">
                <a16:creationId xmlns:a16="http://schemas.microsoft.com/office/drawing/2014/main" id="{C6C0634C-FD51-7744-B151-A85AC4FCD7A7}"/>
              </a:ext>
            </a:extLst>
          </p:cNvPr>
          <p:cNvSpPr txBox="1">
            <a:spLocks/>
          </p:cNvSpPr>
          <p:nvPr userDrawn="1"/>
        </p:nvSpPr>
        <p:spPr>
          <a:xfrm>
            <a:off x="4281057" y="6296891"/>
            <a:ext cx="4436918" cy="218210"/>
          </a:xfrm>
          <a:prstGeom prst="rect">
            <a:avLst/>
          </a:prstGeom>
        </p:spPr>
        <p:txBody>
          <a:bodyPr/>
          <a:lstStyle>
            <a:defPPr>
              <a:defRPr lang="en-US"/>
            </a:defPPr>
            <a:lvl1pPr marL="0" algn="l"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CH" sz="800" dirty="0" err="1"/>
              <a:t>openEHR.ch</a:t>
            </a:r>
            <a:r>
              <a:rPr lang="de-CH" sz="800" dirty="0"/>
              <a:t> </a:t>
            </a:r>
            <a:r>
              <a:rPr lang="de-CH" sz="800" dirty="0" err="1"/>
              <a:t>presentation</a:t>
            </a:r>
            <a:r>
              <a:rPr lang="de-CH" sz="800" dirty="0"/>
              <a:t> IFAS - 22.10.2024</a:t>
            </a:r>
          </a:p>
        </p:txBody>
      </p:sp>
    </p:spTree>
    <p:extLst>
      <p:ext uri="{BB962C8B-B14F-4D97-AF65-F5344CB8AC3E}">
        <p14:creationId xmlns:p14="http://schemas.microsoft.com/office/powerpoint/2010/main" val="37469948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Nur Titel">
    <p:bg>
      <p:bgPr>
        <a:solidFill>
          <a:schemeClr val="accent4"/>
        </a:soli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59464D9-5AE2-41B7-9995-84FF18E2856F}"/>
              </a:ext>
            </a:extLst>
          </p:cNvPr>
          <p:cNvSpPr>
            <a:spLocks noGrp="1"/>
          </p:cNvSpPr>
          <p:nvPr>
            <p:ph type="sldNum" sz="quarter" idx="11"/>
          </p:nvPr>
        </p:nvSpPr>
        <p:spPr/>
        <p:txBody>
          <a:bodyPr/>
          <a:lstStyle>
            <a:lvl1pPr>
              <a:defRPr>
                <a:solidFill>
                  <a:schemeClr val="bg1"/>
                </a:solidFill>
              </a:defRPr>
            </a:lvl1pPr>
          </a:lstStyle>
          <a:p>
            <a:fld id="{80E579B3-3212-4A9A-A56F-4CEE2A1A27FD}" type="slidenum">
              <a:rPr lang="de-CH" smtClean="0"/>
              <a:pPr/>
              <a:t>‹Nr.›</a:t>
            </a:fld>
            <a:endParaRPr lang="de-CH"/>
          </a:p>
        </p:txBody>
      </p:sp>
      <p:sp>
        <p:nvSpPr>
          <p:cNvPr id="4" name="Title 1">
            <a:extLst>
              <a:ext uri="{FF2B5EF4-FFF2-40B4-BE49-F238E27FC236}">
                <a16:creationId xmlns:a16="http://schemas.microsoft.com/office/drawing/2014/main" id="{25B9EB9D-DBA7-4225-AF14-B10FE99E147C}"/>
              </a:ext>
            </a:extLst>
          </p:cNvPr>
          <p:cNvSpPr>
            <a:spLocks noGrp="1"/>
          </p:cNvSpPr>
          <p:nvPr>
            <p:ph type="title"/>
          </p:nvPr>
        </p:nvSpPr>
        <p:spPr>
          <a:xfrm>
            <a:off x="622799" y="478800"/>
            <a:ext cx="10978139" cy="351462"/>
          </a:xfrm>
        </p:spPr>
        <p:txBody>
          <a:bodyPr/>
          <a:lstStyle>
            <a:lvl1pPr>
              <a:defRPr>
                <a:solidFill>
                  <a:schemeClr val="bg1"/>
                </a:solidFill>
              </a:defRPr>
            </a:lvl1pPr>
          </a:lstStyle>
          <a:p>
            <a:r>
              <a:rPr lang="en-US"/>
              <a:t>Click to edit Master title style</a:t>
            </a:r>
            <a:endParaRPr lang="de-CH"/>
          </a:p>
        </p:txBody>
      </p:sp>
      <p:sp>
        <p:nvSpPr>
          <p:cNvPr id="5" name="Subtitle 2">
            <a:extLst>
              <a:ext uri="{FF2B5EF4-FFF2-40B4-BE49-F238E27FC236}">
                <a16:creationId xmlns:a16="http://schemas.microsoft.com/office/drawing/2014/main" id="{68CF5ED8-DEF0-B598-8852-F610CE665E3A}"/>
              </a:ext>
            </a:extLst>
          </p:cNvPr>
          <p:cNvSpPr>
            <a:spLocks noGrp="1"/>
          </p:cNvSpPr>
          <p:nvPr>
            <p:ph type="subTitle" idx="15"/>
          </p:nvPr>
        </p:nvSpPr>
        <p:spPr>
          <a:xfrm>
            <a:off x="622799" y="939083"/>
            <a:ext cx="10978651" cy="352800"/>
          </a:xfrm>
        </p:spPr>
        <p:txBody>
          <a:bodyPr/>
          <a:lstStyle>
            <a:lvl1pPr marL="0" indent="0" algn="l">
              <a:lnSpc>
                <a:spcPct val="100000"/>
              </a:lnSpc>
              <a:buNone/>
              <a:defRPr sz="2000" spc="20" baseline="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CH"/>
          </a:p>
        </p:txBody>
      </p:sp>
      <p:pic>
        <p:nvPicPr>
          <p:cNvPr id="8" name="Aveniq_Logo_sw_neg_RGB.pdf">
            <a:extLst>
              <a:ext uri="{FF2B5EF4-FFF2-40B4-BE49-F238E27FC236}">
                <a16:creationId xmlns:a16="http://schemas.microsoft.com/office/drawing/2014/main" id="{A64CE88A-8413-7D68-59E8-4CBBB0DC11F3}"/>
              </a:ext>
            </a:extLst>
          </p:cNvPr>
          <p:cNvPicPr>
            <a:picLocks/>
          </p:cNvPicPr>
          <p:nvPr userDrawn="1"/>
        </p:nvPicPr>
        <p:blipFill>
          <a:blip r:embed="rId2" cstate="print">
            <a:extLst>
              <a:ext uri="{28A0092B-C50C-407E-A947-70E740481C1C}">
                <a14:useLocalDpi xmlns:a14="http://schemas.microsoft.com/office/drawing/2010/main"/>
              </a:ext>
            </a:extLst>
          </a:blip>
          <a:srcRect/>
          <a:stretch/>
        </p:blipFill>
        <p:spPr>
          <a:xfrm>
            <a:off x="602456" y="6387373"/>
            <a:ext cx="628650" cy="85822"/>
          </a:xfrm>
          <a:prstGeom prst="rect">
            <a:avLst/>
          </a:prstGeom>
          <a:ln w="12700">
            <a:miter lim="400000"/>
          </a:ln>
        </p:spPr>
      </p:pic>
      <p:sp>
        <p:nvSpPr>
          <p:cNvPr id="2" name="Footer Placeholder 3">
            <a:extLst>
              <a:ext uri="{FF2B5EF4-FFF2-40B4-BE49-F238E27FC236}">
                <a16:creationId xmlns:a16="http://schemas.microsoft.com/office/drawing/2014/main" id="{1DF284CA-06C4-9766-55DD-11DA5EB8DCFC}"/>
              </a:ext>
            </a:extLst>
          </p:cNvPr>
          <p:cNvSpPr txBox="1">
            <a:spLocks/>
          </p:cNvSpPr>
          <p:nvPr userDrawn="1"/>
        </p:nvSpPr>
        <p:spPr>
          <a:xfrm>
            <a:off x="4281057" y="6296891"/>
            <a:ext cx="4436918" cy="218210"/>
          </a:xfrm>
          <a:prstGeom prst="rect">
            <a:avLst/>
          </a:prstGeom>
        </p:spPr>
        <p:txBody>
          <a:bodyPr/>
          <a:lstStyle>
            <a:defPPr>
              <a:defRPr lang="en-US"/>
            </a:defPPr>
            <a:lvl1pPr marL="0" algn="l"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CH" sz="800" dirty="0" err="1"/>
              <a:t>openEHR.ch</a:t>
            </a:r>
            <a:r>
              <a:rPr lang="de-CH" sz="800" dirty="0"/>
              <a:t> </a:t>
            </a:r>
            <a:r>
              <a:rPr lang="de-CH" sz="800" dirty="0" err="1"/>
              <a:t>presentation</a:t>
            </a:r>
            <a:r>
              <a:rPr lang="de-CH" sz="800" dirty="0"/>
              <a:t> IFAS - 22.10.2024</a:t>
            </a:r>
          </a:p>
        </p:txBody>
      </p:sp>
    </p:spTree>
    <p:extLst>
      <p:ext uri="{BB962C8B-B14F-4D97-AF65-F5344CB8AC3E}">
        <p14:creationId xmlns:p14="http://schemas.microsoft.com/office/powerpoint/2010/main" val="109240207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Leer">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270CE5E-2A47-40CE-BABB-0F73FAEE4C75}"/>
              </a:ext>
            </a:extLst>
          </p:cNvPr>
          <p:cNvSpPr>
            <a:spLocks noGrp="1"/>
          </p:cNvSpPr>
          <p:nvPr>
            <p:ph type="sldNum" sz="quarter" idx="11"/>
          </p:nvPr>
        </p:nvSpPr>
        <p:spPr/>
        <p:txBody>
          <a:bodyPr/>
          <a:lstStyle/>
          <a:p>
            <a:fld id="{80E579B3-3212-4A9A-A56F-4CEE2A1A27FD}" type="slidenum">
              <a:rPr lang="de-CH" smtClean="0"/>
              <a:pPr/>
              <a:t>‹Nr.›</a:t>
            </a:fld>
            <a:endParaRPr lang="de-CH"/>
          </a:p>
        </p:txBody>
      </p:sp>
      <p:pic>
        <p:nvPicPr>
          <p:cNvPr id="4" name="Aveniq_Logo_sw_neg_RGB.pdf">
            <a:extLst>
              <a:ext uri="{FF2B5EF4-FFF2-40B4-BE49-F238E27FC236}">
                <a16:creationId xmlns:a16="http://schemas.microsoft.com/office/drawing/2014/main" id="{276BA4A6-61A6-6C1C-1735-2047456D73DA}"/>
              </a:ext>
            </a:extLst>
          </p:cNvPr>
          <p:cNvPicPr>
            <a:picLocks/>
          </p:cNvPicPr>
          <p:nvPr userDrawn="1"/>
        </p:nvPicPr>
        <p:blipFill>
          <a:blip r:embed="rId2" cstate="print">
            <a:extLst>
              <a:ext uri="{28A0092B-C50C-407E-A947-70E740481C1C}">
                <a14:useLocalDpi xmlns:a14="http://schemas.microsoft.com/office/drawing/2010/main"/>
              </a:ext>
            </a:extLst>
          </a:blip>
          <a:srcRect/>
          <a:stretch/>
        </p:blipFill>
        <p:spPr>
          <a:xfrm>
            <a:off x="602456" y="6387373"/>
            <a:ext cx="628650" cy="85822"/>
          </a:xfrm>
          <a:prstGeom prst="rect">
            <a:avLst/>
          </a:prstGeom>
          <a:ln w="12700">
            <a:miter lim="400000"/>
          </a:ln>
        </p:spPr>
      </p:pic>
      <p:sp>
        <p:nvSpPr>
          <p:cNvPr id="2" name="Footer Placeholder 3">
            <a:extLst>
              <a:ext uri="{FF2B5EF4-FFF2-40B4-BE49-F238E27FC236}">
                <a16:creationId xmlns:a16="http://schemas.microsoft.com/office/drawing/2014/main" id="{6EF3092E-B9D8-5889-6C74-95154659426B}"/>
              </a:ext>
            </a:extLst>
          </p:cNvPr>
          <p:cNvSpPr txBox="1">
            <a:spLocks/>
          </p:cNvSpPr>
          <p:nvPr userDrawn="1"/>
        </p:nvSpPr>
        <p:spPr>
          <a:xfrm>
            <a:off x="4281057" y="6296891"/>
            <a:ext cx="4436918" cy="218210"/>
          </a:xfrm>
          <a:prstGeom prst="rect">
            <a:avLst/>
          </a:prstGeom>
        </p:spPr>
        <p:txBody>
          <a:bodyPr/>
          <a:lstStyle>
            <a:defPPr>
              <a:defRPr lang="en-US"/>
            </a:defPPr>
            <a:lvl1pPr marL="0" algn="l"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CH" sz="800" dirty="0" err="1"/>
              <a:t>openEHR.ch</a:t>
            </a:r>
            <a:r>
              <a:rPr lang="de-CH" sz="800" dirty="0"/>
              <a:t> </a:t>
            </a:r>
            <a:r>
              <a:rPr lang="de-CH" sz="800" dirty="0" err="1"/>
              <a:t>presentation</a:t>
            </a:r>
            <a:r>
              <a:rPr lang="de-CH" sz="800" dirty="0"/>
              <a:t> IFAS - 22.10.2024</a:t>
            </a:r>
          </a:p>
        </p:txBody>
      </p:sp>
    </p:spTree>
    <p:extLst>
      <p:ext uri="{BB962C8B-B14F-4D97-AF65-F5344CB8AC3E}">
        <p14:creationId xmlns:p14="http://schemas.microsoft.com/office/powerpoint/2010/main" val="21750229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enutzerdefiniertes Layout">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49701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de-CH"/>
              <a:t>24.03.26</a:t>
            </a:r>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‹Nr.›</a:t>
            </a:fld>
            <a:endParaRPr lang="en-US"/>
          </a:p>
        </p:txBody>
      </p:sp>
      <p:pic>
        <p:nvPicPr>
          <p:cNvPr id="6" name="Aveniq_Logo_sw_neg_RGB.pdf">
            <a:extLst>
              <a:ext uri="{FF2B5EF4-FFF2-40B4-BE49-F238E27FC236}">
                <a16:creationId xmlns:a16="http://schemas.microsoft.com/office/drawing/2014/main" id="{8F20B5D6-2B88-317D-68D1-CCE3348A6EEE}"/>
              </a:ext>
            </a:extLst>
          </p:cNvPr>
          <p:cNvPicPr>
            <a:picLocks/>
          </p:cNvPicPr>
          <p:nvPr userDrawn="1"/>
        </p:nvPicPr>
        <p:blipFill>
          <a:blip r:embed="rId2" cstate="print">
            <a:extLst>
              <a:ext uri="{28A0092B-C50C-407E-A947-70E740481C1C}">
                <a14:useLocalDpi xmlns:a14="http://schemas.microsoft.com/office/drawing/2010/main"/>
              </a:ext>
            </a:extLst>
          </a:blip>
          <a:srcRect/>
          <a:stretch/>
        </p:blipFill>
        <p:spPr>
          <a:xfrm>
            <a:off x="602456" y="6387373"/>
            <a:ext cx="628650" cy="85822"/>
          </a:xfrm>
          <a:prstGeom prst="rect">
            <a:avLst/>
          </a:prstGeom>
          <a:ln w="12700">
            <a:miter lim="400000"/>
          </a:ln>
        </p:spPr>
      </p:pic>
      <p:sp>
        <p:nvSpPr>
          <p:cNvPr id="3" name="Footer Placeholder 3">
            <a:extLst>
              <a:ext uri="{FF2B5EF4-FFF2-40B4-BE49-F238E27FC236}">
                <a16:creationId xmlns:a16="http://schemas.microsoft.com/office/drawing/2014/main" id="{391F585A-001F-51B8-988F-2BA93A9A4C18}"/>
              </a:ext>
            </a:extLst>
          </p:cNvPr>
          <p:cNvSpPr txBox="1">
            <a:spLocks/>
          </p:cNvSpPr>
          <p:nvPr userDrawn="1"/>
        </p:nvSpPr>
        <p:spPr>
          <a:xfrm>
            <a:off x="4281057" y="6296891"/>
            <a:ext cx="4436918" cy="218210"/>
          </a:xfrm>
          <a:prstGeom prst="rect">
            <a:avLst/>
          </a:prstGeom>
        </p:spPr>
        <p:txBody>
          <a:bodyPr/>
          <a:lstStyle>
            <a:defPPr>
              <a:defRPr lang="en-US"/>
            </a:defPPr>
            <a:lvl1pPr marL="0" algn="l"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CH" sz="800" dirty="0" err="1"/>
              <a:t>openEHR.ch</a:t>
            </a:r>
            <a:r>
              <a:rPr lang="de-CH" sz="800" dirty="0"/>
              <a:t> </a:t>
            </a:r>
            <a:r>
              <a:rPr lang="de-CH" sz="800" dirty="0" err="1"/>
              <a:t>presentation</a:t>
            </a:r>
            <a:r>
              <a:rPr lang="de-CH" sz="800" dirty="0"/>
              <a:t> IFAS - 22.10.2024</a:t>
            </a:r>
          </a:p>
        </p:txBody>
      </p:sp>
    </p:spTree>
    <p:extLst>
      <p:ext uri="{BB962C8B-B14F-4D97-AF65-F5344CB8AC3E}">
        <p14:creationId xmlns:p14="http://schemas.microsoft.com/office/powerpoint/2010/main" val="3703365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BE09CB-3490-4E48-A955-B4A5ED1B829B}"/>
              </a:ext>
            </a:extLst>
          </p:cNvPr>
          <p:cNvSpPr>
            <a:spLocks noGrp="1"/>
          </p:cNvSpPr>
          <p:nvPr>
            <p:ph type="title"/>
          </p:nvPr>
        </p:nvSpPr>
        <p:spPr>
          <a:xfrm>
            <a:off x="622799" y="478800"/>
            <a:ext cx="10978139" cy="351462"/>
          </a:xfrm>
          <a:prstGeom prst="rect">
            <a:avLst/>
          </a:prstGeom>
        </p:spPr>
        <p:txBody>
          <a:bodyPr vert="horz" lIns="0" tIns="0" rIns="0" bIns="0" rtlCol="0" anchor="t" anchorCtr="0">
            <a:noAutofit/>
          </a:bodyPr>
          <a:lstStyle/>
          <a:p>
            <a:endParaRPr lang="de-CH" dirty="0"/>
          </a:p>
        </p:txBody>
      </p:sp>
      <p:sp>
        <p:nvSpPr>
          <p:cNvPr id="3" name="Text Placeholder 2">
            <a:extLst>
              <a:ext uri="{FF2B5EF4-FFF2-40B4-BE49-F238E27FC236}">
                <a16:creationId xmlns:a16="http://schemas.microsoft.com/office/drawing/2014/main" id="{DCAC5700-F25E-4661-B879-86BD8ACC4A91}"/>
              </a:ext>
            </a:extLst>
          </p:cNvPr>
          <p:cNvSpPr>
            <a:spLocks noGrp="1"/>
          </p:cNvSpPr>
          <p:nvPr>
            <p:ph type="body" idx="1"/>
          </p:nvPr>
        </p:nvSpPr>
        <p:spPr>
          <a:xfrm>
            <a:off x="622800" y="1663200"/>
            <a:ext cx="10978138" cy="4364538"/>
          </a:xfrm>
          <a:prstGeom prst="rect">
            <a:avLst/>
          </a:prstGeom>
        </p:spPr>
        <p:txBody>
          <a:bodyPr vert="horz" lIns="0" tIns="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de-CH" dirty="0"/>
          </a:p>
        </p:txBody>
      </p:sp>
      <p:sp>
        <p:nvSpPr>
          <p:cNvPr id="6" name="Slide Number Placeholder 5">
            <a:extLst>
              <a:ext uri="{FF2B5EF4-FFF2-40B4-BE49-F238E27FC236}">
                <a16:creationId xmlns:a16="http://schemas.microsoft.com/office/drawing/2014/main" id="{06555559-D67C-49D2-8241-DAC9E7E2C73E}"/>
              </a:ext>
            </a:extLst>
          </p:cNvPr>
          <p:cNvSpPr>
            <a:spLocks noGrp="1"/>
          </p:cNvSpPr>
          <p:nvPr>
            <p:ph type="sldNum" sz="quarter" idx="4"/>
          </p:nvPr>
        </p:nvSpPr>
        <p:spPr>
          <a:xfrm>
            <a:off x="10967338" y="6364800"/>
            <a:ext cx="633600" cy="134288"/>
          </a:xfrm>
          <a:prstGeom prst="rect">
            <a:avLst/>
          </a:prstGeom>
        </p:spPr>
        <p:txBody>
          <a:bodyPr vert="horz" lIns="0" tIns="0" rIns="0" bIns="0" rtlCol="0" anchor="t" anchorCtr="0"/>
          <a:lstStyle>
            <a:lvl1pPr algn="r">
              <a:lnSpc>
                <a:spcPct val="126000"/>
              </a:lnSpc>
              <a:defRPr sz="800">
                <a:solidFill>
                  <a:schemeClr val="tx1"/>
                </a:solidFill>
                <a:latin typeface="Verdana" panose="020B0604030504040204" pitchFamily="34" charset="0"/>
              </a:defRPr>
            </a:lvl1pPr>
          </a:lstStyle>
          <a:p>
            <a:fld id="{80E579B3-3212-4A9A-A56F-4CEE2A1A27FD}" type="slidenum">
              <a:rPr lang="de-CH" smtClean="0"/>
              <a:pPr/>
              <a:t>‹Nr.›</a:t>
            </a:fld>
            <a:endParaRPr lang="de-CH"/>
          </a:p>
        </p:txBody>
      </p:sp>
      <p:sp>
        <p:nvSpPr>
          <p:cNvPr id="4" name="Footer Placeholder 3">
            <a:extLst>
              <a:ext uri="{FF2B5EF4-FFF2-40B4-BE49-F238E27FC236}">
                <a16:creationId xmlns:a16="http://schemas.microsoft.com/office/drawing/2014/main" id="{CD7EF2AE-3C23-9E08-EFC5-F6BA74BC02AE}"/>
              </a:ext>
            </a:extLst>
          </p:cNvPr>
          <p:cNvSpPr>
            <a:spLocks noGrp="1"/>
          </p:cNvSpPr>
          <p:nvPr>
            <p:ph type="ftr" sz="quarter" idx="3"/>
          </p:nvPr>
        </p:nvSpPr>
        <p:spPr>
          <a:xfrm>
            <a:off x="1828800" y="6315105"/>
            <a:ext cx="8299648" cy="134287"/>
          </a:xfrm>
          <a:prstGeom prst="rect">
            <a:avLst/>
          </a:prstGeom>
        </p:spPr>
        <p:txBody>
          <a:bodyPr/>
          <a:lstStyle>
            <a:lvl1pPr>
              <a:defRPr sz="700">
                <a:solidFill>
                  <a:schemeClr val="bg1"/>
                </a:solidFill>
              </a:defRPr>
            </a:lvl1pPr>
          </a:lstStyle>
          <a:p>
            <a:endParaRPr lang="de-CH" sz="700" dirty="0"/>
          </a:p>
        </p:txBody>
      </p:sp>
      <p:pic>
        <p:nvPicPr>
          <p:cNvPr id="9" name="Aveniq_Logo_sw_neg_RGB.pdf">
            <a:extLst>
              <a:ext uri="{FF2B5EF4-FFF2-40B4-BE49-F238E27FC236}">
                <a16:creationId xmlns:a16="http://schemas.microsoft.com/office/drawing/2014/main" id="{BD6D66D7-C766-C774-0C50-EF04F72EFB3B}"/>
              </a:ext>
            </a:extLst>
          </p:cNvPr>
          <p:cNvPicPr>
            <a:picLocks/>
          </p:cNvPicPr>
          <p:nvPr userDrawn="1"/>
        </p:nvPicPr>
        <p:blipFill>
          <a:blip r:embed="rId29" cstate="print">
            <a:extLst>
              <a:ext uri="{28A0092B-C50C-407E-A947-70E740481C1C}">
                <a14:useLocalDpi xmlns:a14="http://schemas.microsoft.com/office/drawing/2010/main"/>
              </a:ext>
            </a:extLst>
          </a:blip>
          <a:srcRect/>
          <a:stretch/>
        </p:blipFill>
        <p:spPr>
          <a:xfrm>
            <a:off x="602456" y="6387373"/>
            <a:ext cx="628650" cy="85822"/>
          </a:xfrm>
          <a:prstGeom prst="rect">
            <a:avLst/>
          </a:prstGeom>
          <a:ln w="12700">
            <a:miter lim="400000"/>
          </a:ln>
        </p:spPr>
      </p:pic>
      <p:pic>
        <p:nvPicPr>
          <p:cNvPr id="10" name="Grafik 9" descr="HL7 FHIR – mobile Kommunikation und mehr – HL7 Deutschland">
            <a:extLst>
              <a:ext uri="{FF2B5EF4-FFF2-40B4-BE49-F238E27FC236}">
                <a16:creationId xmlns:a16="http://schemas.microsoft.com/office/drawing/2014/main" id="{00CA4377-7930-8108-7357-97FED713FEEF}"/>
              </a:ext>
            </a:extLst>
          </p:cNvPr>
          <p:cNvPicPr>
            <a:picLocks noChangeAspect="1"/>
          </p:cNvPicPr>
          <p:nvPr userDrawn="1"/>
        </p:nvPicPr>
        <p:blipFill>
          <a:blip r:embed="rId30" cstate="print">
            <a:extLst>
              <a:ext uri="{28A0092B-C50C-407E-A947-70E740481C1C}">
                <a14:useLocalDpi xmlns:a14="http://schemas.microsoft.com/office/drawing/2010/main"/>
              </a:ext>
            </a:extLst>
          </a:blip>
          <a:stretch>
            <a:fillRect/>
          </a:stretch>
        </p:blipFill>
        <p:spPr>
          <a:xfrm>
            <a:off x="1341666" y="6357562"/>
            <a:ext cx="448106" cy="108000"/>
          </a:xfrm>
          <a:prstGeom prst="rect">
            <a:avLst/>
          </a:prstGeom>
        </p:spPr>
      </p:pic>
    </p:spTree>
    <p:extLst>
      <p:ext uri="{BB962C8B-B14F-4D97-AF65-F5344CB8AC3E}">
        <p14:creationId xmlns:p14="http://schemas.microsoft.com/office/powerpoint/2010/main" val="4250436868"/>
      </p:ext>
    </p:extLst>
  </p:cSld>
  <p:clrMap bg1="lt1" tx1="dk1" bg2="lt2" tx2="dk2" accent1="accent1" accent2="accent2" accent3="accent3" accent4="accent4" accent5="accent5" accent6="accent6" hlink="hlink" folHlink="folHlink"/>
  <p:sldLayoutIdLst>
    <p:sldLayoutId id="2147483649" r:id="rId1"/>
    <p:sldLayoutId id="2147483668" r:id="rId2"/>
    <p:sldLayoutId id="2147483650" r:id="rId3"/>
    <p:sldLayoutId id="2147483684" r:id="rId4"/>
    <p:sldLayoutId id="2147483661" r:id="rId5"/>
    <p:sldLayoutId id="2147483675" r:id="rId6"/>
    <p:sldLayoutId id="2147483663" r:id="rId7"/>
    <p:sldLayoutId id="2147483664" r:id="rId8"/>
    <p:sldLayoutId id="2147483671" r:id="rId9"/>
    <p:sldLayoutId id="2147483677" r:id="rId10"/>
    <p:sldLayoutId id="2147483665" r:id="rId11"/>
    <p:sldLayoutId id="2147483679" r:id="rId12"/>
    <p:sldLayoutId id="2147483682" r:id="rId13"/>
    <p:sldLayoutId id="2147483683" r:id="rId14"/>
    <p:sldLayoutId id="2147483666" r:id="rId15"/>
    <p:sldLayoutId id="2147483667" r:id="rId16"/>
    <p:sldLayoutId id="2147483678" r:id="rId17"/>
    <p:sldLayoutId id="2147483660" r:id="rId18"/>
    <p:sldLayoutId id="2147483680" r:id="rId19"/>
    <p:sldLayoutId id="2147483681" r:id="rId20"/>
    <p:sldLayoutId id="2147483669" r:id="rId21"/>
    <p:sldLayoutId id="2147483670" r:id="rId22"/>
    <p:sldLayoutId id="2147483654" r:id="rId23"/>
    <p:sldLayoutId id="2147483676" r:id="rId24"/>
    <p:sldLayoutId id="2147483655" r:id="rId25"/>
    <p:sldLayoutId id="2147483674" r:id="rId26"/>
    <p:sldLayoutId id="2147483685" r:id="rId27"/>
  </p:sldLayoutIdLst>
  <p:hf sldNum="0" hdr="0" ftr="0"/>
  <p:txStyles>
    <p:titleStyle>
      <a:lvl1pPr algn="l" defTabSz="914400" rtl="0" eaLnBrk="1" latinLnBrk="0" hangingPunct="1">
        <a:lnSpc>
          <a:spcPct val="100000"/>
        </a:lnSpc>
        <a:spcBef>
          <a:spcPct val="0"/>
        </a:spcBef>
        <a:buNone/>
        <a:defRPr sz="2400" kern="1200" spc="20" baseline="0">
          <a:solidFill>
            <a:schemeClr val="bg1"/>
          </a:solidFill>
          <a:latin typeface="Verdana" panose="020B0604030504040204" pitchFamily="34" charset="0"/>
          <a:ea typeface="+mj-ea"/>
          <a:cs typeface="+mj-cs"/>
        </a:defRPr>
      </a:lvl1pPr>
    </p:titleStyle>
    <p:bodyStyle>
      <a:lvl1pPr marL="216000" indent="-216000" algn="l" defTabSz="914400" rtl="0" eaLnBrk="1" latinLnBrk="0" hangingPunct="1">
        <a:lnSpc>
          <a:spcPct val="110000"/>
        </a:lnSpc>
        <a:spcBef>
          <a:spcPts val="800"/>
        </a:spcBef>
        <a:buSzPct val="100000"/>
        <a:buFont typeface="Arial" panose="020B0604020202020204" pitchFamily="34" charset="0"/>
        <a:buChar char="•"/>
        <a:defRPr sz="1400" kern="1200">
          <a:solidFill>
            <a:schemeClr val="bg1"/>
          </a:solidFill>
          <a:latin typeface="Verdana" panose="020B0604030504040204" pitchFamily="34" charset="0"/>
          <a:ea typeface="+mn-ea"/>
          <a:cs typeface="+mn-cs"/>
        </a:defRPr>
      </a:lvl1pPr>
      <a:lvl2pPr marL="432000" indent="-216000" algn="l" defTabSz="914400" rtl="0" eaLnBrk="1" latinLnBrk="0" hangingPunct="1">
        <a:lnSpc>
          <a:spcPct val="110000"/>
        </a:lnSpc>
        <a:spcBef>
          <a:spcPts val="800"/>
        </a:spcBef>
        <a:buSzPct val="100000"/>
        <a:buFont typeface="Arial" panose="020B0604020202020204" pitchFamily="34" charset="0"/>
        <a:buChar char="•"/>
        <a:defRPr sz="1400" kern="1200">
          <a:solidFill>
            <a:schemeClr val="bg1"/>
          </a:solidFill>
          <a:latin typeface="Verdana" panose="020B0604030504040204" pitchFamily="34" charset="0"/>
          <a:ea typeface="+mn-ea"/>
          <a:cs typeface="+mn-cs"/>
        </a:defRPr>
      </a:lvl2pPr>
      <a:lvl3pPr marL="648000" indent="-216000" algn="l" defTabSz="914400" rtl="0" eaLnBrk="1" latinLnBrk="0" hangingPunct="1">
        <a:lnSpc>
          <a:spcPct val="110000"/>
        </a:lnSpc>
        <a:spcBef>
          <a:spcPts val="800"/>
        </a:spcBef>
        <a:buSzPct val="100000"/>
        <a:buFont typeface="Arial" panose="020B0604020202020204" pitchFamily="34" charset="0"/>
        <a:buChar char="•"/>
        <a:defRPr sz="1400" kern="1200">
          <a:solidFill>
            <a:schemeClr val="bg1"/>
          </a:solidFill>
          <a:latin typeface="Verdana" panose="020B0604030504040204" pitchFamily="34" charset="0"/>
          <a:ea typeface="+mn-ea"/>
          <a:cs typeface="+mn-cs"/>
        </a:defRPr>
      </a:lvl3pPr>
      <a:lvl4pPr marL="864000" indent="-216000" algn="l" defTabSz="914400" rtl="0" eaLnBrk="1" latinLnBrk="0" hangingPunct="1">
        <a:lnSpc>
          <a:spcPct val="110000"/>
        </a:lnSpc>
        <a:spcBef>
          <a:spcPts val="800"/>
        </a:spcBef>
        <a:buSzPct val="100000"/>
        <a:buFont typeface="Arial" panose="020B0604020202020204" pitchFamily="34" charset="0"/>
        <a:buChar char="•"/>
        <a:defRPr sz="1400" kern="1200">
          <a:solidFill>
            <a:schemeClr val="bg1"/>
          </a:solidFill>
          <a:latin typeface="Verdana" panose="020B0604030504040204" pitchFamily="34" charset="0"/>
          <a:ea typeface="+mn-ea"/>
          <a:cs typeface="+mn-cs"/>
        </a:defRPr>
      </a:lvl4pPr>
      <a:lvl5pPr marL="1080000" indent="-216000" algn="l" defTabSz="914400" rtl="0" eaLnBrk="1" latinLnBrk="0" hangingPunct="1">
        <a:lnSpc>
          <a:spcPct val="110000"/>
        </a:lnSpc>
        <a:spcBef>
          <a:spcPts val="800"/>
        </a:spcBef>
        <a:buSzPct val="100000"/>
        <a:buFont typeface="Arial" panose="020B0604020202020204" pitchFamily="34" charset="0"/>
        <a:buChar char="•"/>
        <a:defRPr sz="1400" kern="1200">
          <a:solidFill>
            <a:schemeClr val="bg1"/>
          </a:solidFill>
          <a:latin typeface="Verdana" panose="020B0604030504040204" pitchFamily="34" charset="0"/>
          <a:ea typeface="+mn-ea"/>
          <a:cs typeface="+mn-cs"/>
        </a:defRPr>
      </a:lvl5pPr>
      <a:lvl6pPr marL="1296000" indent="-216000" algn="l" defTabSz="914400" rtl="0" eaLnBrk="1" latinLnBrk="0" hangingPunct="1">
        <a:lnSpc>
          <a:spcPct val="110000"/>
        </a:lnSpc>
        <a:spcBef>
          <a:spcPts val="800"/>
        </a:spcBef>
        <a:buSzPct val="100000"/>
        <a:buFont typeface="Verdana" panose="020B0604030504040204" pitchFamily="34" charset="0"/>
        <a:buChar char="–"/>
        <a:defRPr sz="1400" kern="1200">
          <a:solidFill>
            <a:schemeClr val="tx1"/>
          </a:solidFill>
          <a:latin typeface="Verdana" panose="020B0604030504040204" pitchFamily="34" charset="0"/>
          <a:ea typeface="+mn-ea"/>
          <a:cs typeface="+mn-cs"/>
        </a:defRPr>
      </a:lvl6pPr>
      <a:lvl7pPr marL="1512000" indent="-216000" algn="l" defTabSz="914400" rtl="0" eaLnBrk="1" latinLnBrk="0" hangingPunct="1">
        <a:lnSpc>
          <a:spcPct val="110000"/>
        </a:lnSpc>
        <a:spcBef>
          <a:spcPts val="800"/>
        </a:spcBef>
        <a:buSzPct val="100000"/>
        <a:buFont typeface="Verdana" panose="020B0604030504040204" pitchFamily="34" charset="0"/>
        <a:buChar char="–"/>
        <a:defRPr sz="1400" kern="1200">
          <a:solidFill>
            <a:schemeClr val="tx1"/>
          </a:solidFill>
          <a:latin typeface="Verdana" panose="020B0604030504040204" pitchFamily="34" charset="0"/>
          <a:ea typeface="+mn-ea"/>
          <a:cs typeface="+mn-cs"/>
        </a:defRPr>
      </a:lvl7pPr>
      <a:lvl8pPr marL="1728000" indent="-216000" algn="l" defTabSz="914400" rtl="0" eaLnBrk="1" latinLnBrk="0" hangingPunct="1">
        <a:lnSpc>
          <a:spcPct val="110000"/>
        </a:lnSpc>
        <a:spcBef>
          <a:spcPts val="800"/>
        </a:spcBef>
        <a:buSzPct val="100000"/>
        <a:buFont typeface="Verdana" panose="020B0604030504040204" pitchFamily="34" charset="0"/>
        <a:buChar char="–"/>
        <a:defRPr sz="1400" kern="1200">
          <a:solidFill>
            <a:schemeClr val="tx1"/>
          </a:solidFill>
          <a:latin typeface="Verdana" panose="020B0604030504040204" pitchFamily="34" charset="0"/>
          <a:ea typeface="+mn-ea"/>
          <a:cs typeface="+mn-cs"/>
        </a:defRPr>
      </a:lvl8pPr>
      <a:lvl9pPr marL="1944000" indent="-216000" algn="l" defTabSz="914400" rtl="0" eaLnBrk="1" latinLnBrk="0" hangingPunct="1">
        <a:lnSpc>
          <a:spcPct val="110000"/>
        </a:lnSpc>
        <a:spcBef>
          <a:spcPts val="800"/>
        </a:spcBef>
        <a:buSzPct val="100000"/>
        <a:buFont typeface="Verdana" panose="020B0604030504040204" pitchFamily="34" charset="0"/>
        <a:buChar char="–"/>
        <a:defRPr sz="1400" kern="1200">
          <a:solidFill>
            <a:schemeClr val="tx1"/>
          </a:solidFill>
          <a:latin typeface="Verdana" panose="020B0604030504040204" pitchFamily="34" charset="0"/>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02" userDrawn="1">
          <p15:clr>
            <a:srgbClr val="F26B43"/>
          </p15:clr>
        </p15:guide>
        <p15:guide id="2" orient="horz" pos="1047" userDrawn="1">
          <p15:clr>
            <a:srgbClr val="F26B43"/>
          </p15:clr>
        </p15:guide>
        <p15:guide id="3" pos="392" userDrawn="1">
          <p15:clr>
            <a:srgbClr val="F26B43"/>
          </p15:clr>
        </p15:guide>
        <p15:guide id="4" pos="7308" userDrawn="1">
          <p15:clr>
            <a:srgbClr val="F26B43"/>
          </p15:clr>
        </p15:guide>
        <p15:guide id="5" orient="horz" pos="4008" userDrawn="1">
          <p15:clr>
            <a:srgbClr val="F26B43"/>
          </p15:clr>
        </p15:guide>
        <p15:guide id="6" orient="horz" pos="379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bk.admin.ch/bk/en/home/digitale-transformation-ikt-lenkung/bundesarchitektur/api-architektur-bund/govtech-hackathon26.html" TargetMode="External"/><Relationship Id="rId2" Type="http://schemas.openxmlformats.org/officeDocument/2006/relationships/image" Target="../media/image5.png"/><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hyperlink" Target="https://govtech.digisus-lab.ch/event/2"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www.fhir.ch/ig/ch-vacd/immunization-administration-document.html" TargetMode="Externa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fhir.ch/ig/ch-vacd/vaccination-record-document.html" TargetMode="Externa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hyperlink" Target="https://discourse.openehr.org/t/swiss-vaccination-record-in-openehr-best-practices-for-modeling/11756/17" TargetMode="Externa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5.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8.svg"/></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A9F35EE2-4EBD-6865-02E2-6D16F4E94439}"/>
              </a:ext>
            </a:extLst>
          </p:cNvPr>
          <p:cNvSpPr>
            <a:spLocks noGrp="1"/>
          </p:cNvSpPr>
          <p:nvPr>
            <p:ph type="ctrTitle"/>
          </p:nvPr>
        </p:nvSpPr>
        <p:spPr/>
        <p:txBody>
          <a:bodyPr/>
          <a:lstStyle/>
          <a:p>
            <a:r>
              <a:rPr lang="de-CH" dirty="0"/>
              <a:t>Showcase </a:t>
            </a:r>
            <a:r>
              <a:rPr lang="de-CH" dirty="0" err="1"/>
              <a:t>Vaccination</a:t>
            </a:r>
            <a:endParaRPr lang="de-CH" dirty="0"/>
          </a:p>
        </p:txBody>
      </p:sp>
      <p:sp>
        <p:nvSpPr>
          <p:cNvPr id="5" name="Untertitel 4">
            <a:extLst>
              <a:ext uri="{FF2B5EF4-FFF2-40B4-BE49-F238E27FC236}">
                <a16:creationId xmlns:a16="http://schemas.microsoft.com/office/drawing/2014/main" id="{B6090378-A975-75EB-3EED-FC22CD8C9EDD}"/>
              </a:ext>
            </a:extLst>
          </p:cNvPr>
          <p:cNvSpPr>
            <a:spLocks noGrp="1"/>
          </p:cNvSpPr>
          <p:nvPr>
            <p:ph type="subTitle" idx="1"/>
          </p:nvPr>
        </p:nvSpPr>
        <p:spPr/>
        <p:txBody>
          <a:bodyPr/>
          <a:lstStyle/>
          <a:p>
            <a:r>
              <a:rPr lang="de-CH" dirty="0" err="1"/>
              <a:t>Govtech</a:t>
            </a:r>
            <a:r>
              <a:rPr lang="de-CH" dirty="0"/>
              <a:t> Hackathon 28 and 29 May 2026</a:t>
            </a:r>
          </a:p>
          <a:p>
            <a:endParaRPr lang="de-CH" dirty="0"/>
          </a:p>
        </p:txBody>
      </p:sp>
    </p:spTree>
    <p:extLst>
      <p:ext uri="{BB962C8B-B14F-4D97-AF65-F5344CB8AC3E}">
        <p14:creationId xmlns:p14="http://schemas.microsoft.com/office/powerpoint/2010/main" val="618541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7439D-7C67-E26E-E4DD-79C234328907}"/>
            </a:ext>
          </a:extLst>
        </p:cNvPr>
        <p:cNvGrpSpPr/>
        <p:nvPr/>
      </p:nvGrpSpPr>
      <p:grpSpPr>
        <a:xfrm>
          <a:off x="0" y="0"/>
          <a:ext cx="0" cy="0"/>
          <a:chOff x="0" y="0"/>
          <a:chExt cx="0" cy="0"/>
        </a:xfrm>
      </p:grpSpPr>
      <p:sp>
        <p:nvSpPr>
          <p:cNvPr id="10" name="Titel 9">
            <a:extLst>
              <a:ext uri="{FF2B5EF4-FFF2-40B4-BE49-F238E27FC236}">
                <a16:creationId xmlns:a16="http://schemas.microsoft.com/office/drawing/2014/main" id="{2774E332-C642-D413-B598-E4F7569359B2}"/>
              </a:ext>
            </a:extLst>
          </p:cNvPr>
          <p:cNvSpPr>
            <a:spLocks noGrp="1"/>
          </p:cNvSpPr>
          <p:nvPr>
            <p:ph type="title"/>
          </p:nvPr>
        </p:nvSpPr>
        <p:spPr/>
        <p:txBody>
          <a:bodyPr/>
          <a:lstStyle/>
          <a:p>
            <a:r>
              <a:rPr lang="de-CH" dirty="0" err="1"/>
              <a:t>GovTech</a:t>
            </a:r>
            <a:r>
              <a:rPr lang="de-CH" dirty="0"/>
              <a:t> Hackathon 2026</a:t>
            </a:r>
          </a:p>
        </p:txBody>
      </p:sp>
      <p:pic>
        <p:nvPicPr>
          <p:cNvPr id="4" name="Grafik 3">
            <a:extLst>
              <a:ext uri="{FF2B5EF4-FFF2-40B4-BE49-F238E27FC236}">
                <a16:creationId xmlns:a16="http://schemas.microsoft.com/office/drawing/2014/main" id="{6C63BDC5-E5FB-A839-A23D-398A8F83478F}"/>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22799" y="1663200"/>
            <a:ext cx="5393600" cy="4008258"/>
          </a:xfrm>
          <a:prstGeom prst="rect">
            <a:avLst/>
          </a:prstGeom>
        </p:spPr>
      </p:pic>
      <p:sp>
        <p:nvSpPr>
          <p:cNvPr id="6" name="Textfeld 5">
            <a:extLst>
              <a:ext uri="{FF2B5EF4-FFF2-40B4-BE49-F238E27FC236}">
                <a16:creationId xmlns:a16="http://schemas.microsoft.com/office/drawing/2014/main" id="{3AD0FA1C-4F35-916B-F631-FEAB3AD644FE}"/>
              </a:ext>
            </a:extLst>
          </p:cNvPr>
          <p:cNvSpPr txBox="1"/>
          <p:nvPr/>
        </p:nvSpPr>
        <p:spPr>
          <a:xfrm>
            <a:off x="6249882" y="6440625"/>
            <a:ext cx="5351056" cy="338554"/>
          </a:xfrm>
          <a:prstGeom prst="rect">
            <a:avLst/>
          </a:prstGeom>
          <a:noFill/>
        </p:spPr>
        <p:txBody>
          <a:bodyPr wrap="square">
            <a:spAutoFit/>
          </a:bodyPr>
          <a:lstStyle/>
          <a:p>
            <a:r>
              <a:rPr lang="de-CH" sz="800" dirty="0">
                <a:hlinkClick r:id="rId3"/>
              </a:rPr>
              <a:t>https://www.bk.admin.ch/bk/en/home/digitale-transformation-ikt-lenkung/bundesarchitektur/api-architektur-bund/govtech-hackathon26.html</a:t>
            </a:r>
            <a:r>
              <a:rPr lang="de-CH" sz="800" dirty="0"/>
              <a:t> </a:t>
            </a:r>
          </a:p>
        </p:txBody>
      </p:sp>
      <p:sp>
        <p:nvSpPr>
          <p:cNvPr id="3" name="Textfeld 2">
            <a:extLst>
              <a:ext uri="{FF2B5EF4-FFF2-40B4-BE49-F238E27FC236}">
                <a16:creationId xmlns:a16="http://schemas.microsoft.com/office/drawing/2014/main" id="{C5E21329-26BA-23C2-76E9-755120B17E29}"/>
              </a:ext>
            </a:extLst>
          </p:cNvPr>
          <p:cNvSpPr txBox="1"/>
          <p:nvPr/>
        </p:nvSpPr>
        <p:spPr>
          <a:xfrm>
            <a:off x="6249882" y="6280266"/>
            <a:ext cx="6096000" cy="215444"/>
          </a:xfrm>
          <a:prstGeom prst="rect">
            <a:avLst/>
          </a:prstGeom>
          <a:noFill/>
        </p:spPr>
        <p:txBody>
          <a:bodyPr wrap="square">
            <a:spAutoFit/>
          </a:bodyPr>
          <a:lstStyle/>
          <a:p>
            <a:r>
              <a:rPr lang="de-CH" sz="800" dirty="0">
                <a:hlinkClick r:id="rId4"/>
              </a:rPr>
              <a:t>https://govtech.digisus-lab.ch/event/2</a:t>
            </a:r>
            <a:r>
              <a:rPr lang="de-CH" sz="800" dirty="0"/>
              <a:t> </a:t>
            </a:r>
          </a:p>
        </p:txBody>
      </p:sp>
      <p:pic>
        <p:nvPicPr>
          <p:cNvPr id="7" name="Grafik 6">
            <a:extLst>
              <a:ext uri="{FF2B5EF4-FFF2-40B4-BE49-F238E27FC236}">
                <a16:creationId xmlns:a16="http://schemas.microsoft.com/office/drawing/2014/main" id="{634EE36F-DA34-9749-D6F7-813F3FA9E46A}"/>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6175603" y="1663200"/>
            <a:ext cx="5097859" cy="4047155"/>
          </a:xfrm>
          <a:prstGeom prst="rect">
            <a:avLst/>
          </a:prstGeom>
        </p:spPr>
      </p:pic>
    </p:spTree>
    <p:extLst>
      <p:ext uri="{BB962C8B-B14F-4D97-AF65-F5344CB8AC3E}">
        <p14:creationId xmlns:p14="http://schemas.microsoft.com/office/powerpoint/2010/main" val="4118096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6EC17-38D2-2B9D-D024-00E6C2BBD7D9}"/>
            </a:ext>
          </a:extLst>
        </p:cNvPr>
        <p:cNvGrpSpPr/>
        <p:nvPr/>
      </p:nvGrpSpPr>
      <p:grpSpPr>
        <a:xfrm>
          <a:off x="0" y="0"/>
          <a:ext cx="0" cy="0"/>
          <a:chOff x="0" y="0"/>
          <a:chExt cx="0" cy="0"/>
        </a:xfrm>
      </p:grpSpPr>
      <p:sp>
        <p:nvSpPr>
          <p:cNvPr id="10" name="Titel 9">
            <a:extLst>
              <a:ext uri="{FF2B5EF4-FFF2-40B4-BE49-F238E27FC236}">
                <a16:creationId xmlns:a16="http://schemas.microsoft.com/office/drawing/2014/main" id="{4A8F081E-F3E2-BBB8-6EE6-688E269D892D}"/>
              </a:ext>
            </a:extLst>
          </p:cNvPr>
          <p:cNvSpPr>
            <a:spLocks noGrp="1"/>
          </p:cNvSpPr>
          <p:nvPr>
            <p:ph type="title"/>
          </p:nvPr>
        </p:nvSpPr>
        <p:spPr/>
        <p:txBody>
          <a:bodyPr/>
          <a:lstStyle/>
          <a:p>
            <a:r>
              <a:rPr lang="en-GB" noProof="1"/>
              <a:t>Showcase Vaccination Record</a:t>
            </a:r>
          </a:p>
        </p:txBody>
      </p:sp>
      <p:pic>
        <p:nvPicPr>
          <p:cNvPr id="2" name="Grafik 1">
            <a:extLst>
              <a:ext uri="{FF2B5EF4-FFF2-40B4-BE49-F238E27FC236}">
                <a16:creationId xmlns:a16="http://schemas.microsoft.com/office/drawing/2014/main" id="{B21815FF-100E-197E-3C4A-B949E57B3B88}"/>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30800" y="1663200"/>
            <a:ext cx="2509061" cy="4371937"/>
          </a:xfrm>
          <a:prstGeom prst="rect">
            <a:avLst/>
          </a:prstGeom>
          <a:ln w="3175">
            <a:solidFill>
              <a:schemeClr val="bg1">
                <a:lumMod val="65000"/>
              </a:schemeClr>
            </a:solidFill>
          </a:ln>
        </p:spPr>
      </p:pic>
      <p:pic>
        <p:nvPicPr>
          <p:cNvPr id="3" name="Grafik 2">
            <a:extLst>
              <a:ext uri="{FF2B5EF4-FFF2-40B4-BE49-F238E27FC236}">
                <a16:creationId xmlns:a16="http://schemas.microsoft.com/office/drawing/2014/main" id="{B5FC8D9A-C48E-6ECA-C47D-DE3F08DF187D}"/>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272885" y="1663200"/>
            <a:ext cx="2508155" cy="4364538"/>
          </a:xfrm>
          <a:prstGeom prst="rect">
            <a:avLst/>
          </a:prstGeom>
          <a:ln w="3175">
            <a:solidFill>
              <a:schemeClr val="bg1">
                <a:lumMod val="65000"/>
              </a:schemeClr>
            </a:solidFill>
          </a:ln>
        </p:spPr>
      </p:pic>
      <p:sp>
        <p:nvSpPr>
          <p:cNvPr id="5" name="Inhaltsplatzhalter 4">
            <a:extLst>
              <a:ext uri="{FF2B5EF4-FFF2-40B4-BE49-F238E27FC236}">
                <a16:creationId xmlns:a16="http://schemas.microsoft.com/office/drawing/2014/main" id="{FCB5D776-8E69-373B-8FF1-341AD45C277D}"/>
              </a:ext>
            </a:extLst>
          </p:cNvPr>
          <p:cNvSpPr>
            <a:spLocks noGrp="1"/>
          </p:cNvSpPr>
          <p:nvPr>
            <p:ph idx="1"/>
          </p:nvPr>
        </p:nvSpPr>
        <p:spPr>
          <a:xfrm>
            <a:off x="6096000" y="1663200"/>
            <a:ext cx="5504938" cy="4364538"/>
          </a:xfrm>
        </p:spPr>
        <p:txBody>
          <a:bodyPr/>
          <a:lstStyle/>
          <a:p>
            <a:r>
              <a:rPr lang="en-GB" sz="1600" noProof="1"/>
              <a:t>Digital Vaccination Record as a SaaS Solution</a:t>
            </a:r>
          </a:p>
          <a:p>
            <a:r>
              <a:rPr lang="en-GB" sz="1600" noProof="1"/>
              <a:t>Demonstrating the interplay between openEHR and FHIR:</a:t>
            </a:r>
          </a:p>
          <a:p>
            <a:pPr lvl="2">
              <a:buFont typeface="Symbol" pitchFamily="2" charset="2"/>
              <a:buChar char="-"/>
            </a:pPr>
            <a:r>
              <a:rPr lang="en-GB" sz="1600" noProof="1"/>
              <a:t>FHIR CH VACD for communication and data exchange</a:t>
            </a:r>
          </a:p>
          <a:p>
            <a:pPr lvl="2">
              <a:buFont typeface="Symbol" pitchFamily="2" charset="2"/>
              <a:buChar char="-"/>
            </a:pPr>
            <a:r>
              <a:rPr lang="en-GB" sz="1600" noProof="1"/>
              <a:t>openEHR for long-term, lifelong and consistent storage of high-quality data</a:t>
            </a:r>
          </a:p>
          <a:p>
            <a:r>
              <a:rPr lang="en-GB" sz="1600" noProof="1"/>
              <a:t>Clear and immediate value for all stakeholders, especially the public and healthcare professionals</a:t>
            </a:r>
          </a:p>
          <a:p>
            <a:r>
              <a:rPr lang="en-GB" sz="1600" noProof="1"/>
              <a:t>Implementation on an open platform using open-source components</a:t>
            </a:r>
          </a:p>
          <a:p>
            <a:endParaRPr lang="en-GB" noProof="1"/>
          </a:p>
        </p:txBody>
      </p:sp>
    </p:spTree>
    <p:extLst>
      <p:ext uri="{BB962C8B-B14F-4D97-AF65-F5344CB8AC3E}">
        <p14:creationId xmlns:p14="http://schemas.microsoft.com/office/powerpoint/2010/main" val="3112830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6B440-08B1-70B9-A077-D02CA91F4AE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D516C5D-E663-37BB-7893-E15728E2E173}"/>
              </a:ext>
            </a:extLst>
          </p:cNvPr>
          <p:cNvSpPr>
            <a:spLocks noGrp="1"/>
          </p:cNvSpPr>
          <p:nvPr>
            <p:ph type="title"/>
          </p:nvPr>
        </p:nvSpPr>
        <p:spPr/>
        <p:txBody>
          <a:bodyPr/>
          <a:lstStyle/>
          <a:p>
            <a:r>
              <a:rPr lang="en-GB" noProof="1"/>
              <a:t>Showcase Vaccination Record – Big Picture </a:t>
            </a:r>
          </a:p>
        </p:txBody>
      </p:sp>
      <p:sp>
        <p:nvSpPr>
          <p:cNvPr id="5" name="Rechteck 4">
            <a:extLst>
              <a:ext uri="{FF2B5EF4-FFF2-40B4-BE49-F238E27FC236}">
                <a16:creationId xmlns:a16="http://schemas.microsoft.com/office/drawing/2014/main" id="{BCFF2FEA-5A3C-AB24-13B6-7CDC2737D819}"/>
              </a:ext>
            </a:extLst>
          </p:cNvPr>
          <p:cNvSpPr/>
          <p:nvPr/>
        </p:nvSpPr>
        <p:spPr bwMode="gray">
          <a:xfrm>
            <a:off x="2764971" y="3733800"/>
            <a:ext cx="6019800" cy="2262305"/>
          </a:xfrm>
          <a:prstGeom prst="rect">
            <a:avLst/>
          </a:prstGeom>
          <a:solidFill>
            <a:srgbClr val="2683C6">
              <a:lumMod val="20000"/>
              <a:lumOff val="80000"/>
            </a:srgbClr>
          </a:solidFill>
          <a:ln w="6350" cap="flat" cmpd="sng" algn="ctr">
            <a:noFill/>
            <a:prstDash val="solid"/>
            <a:miter lim="800000"/>
          </a:ln>
          <a:effectLst/>
        </p:spPr>
        <p:txBody>
          <a:bodyPr lIns="36000" rIns="36000" rtlCol="0" anchor="ctr"/>
          <a:lstStyle/>
          <a:p>
            <a:pPr marL="0" marR="0" lvl="0" indent="0" algn="ctr" defTabSz="914400" eaLnBrk="1" fontAlgn="auto" latinLnBrk="0" hangingPunct="1">
              <a:lnSpc>
                <a:spcPct val="110000"/>
              </a:lnSpc>
              <a:spcBef>
                <a:spcPts val="0"/>
              </a:spcBef>
              <a:spcAft>
                <a:spcPts val="0"/>
              </a:spcAft>
              <a:buClrTx/>
              <a:buSzTx/>
              <a:buFontTx/>
              <a:buNone/>
              <a:tabLst/>
              <a:defRPr/>
            </a:pPr>
            <a:endParaRPr kumimoji="0" lang="en-GB" sz="900" b="0" i="0" u="none" strike="noStrike" kern="0" cap="none" spc="0" normalizeH="0" baseline="0" noProof="1">
              <a:ln>
                <a:noFill/>
              </a:ln>
              <a:solidFill>
                <a:srgbClr val="002060"/>
              </a:solidFill>
              <a:effectLst/>
              <a:uLnTx/>
              <a:uFillTx/>
              <a:latin typeface="Arial" panose="020B0604020202020204"/>
              <a:ea typeface="+mn-ea"/>
              <a:cs typeface="+mn-cs"/>
            </a:endParaRPr>
          </a:p>
        </p:txBody>
      </p:sp>
      <p:sp>
        <p:nvSpPr>
          <p:cNvPr id="6" name="Zylinder 5">
            <a:extLst>
              <a:ext uri="{FF2B5EF4-FFF2-40B4-BE49-F238E27FC236}">
                <a16:creationId xmlns:a16="http://schemas.microsoft.com/office/drawing/2014/main" id="{BC2B011B-200B-5FF4-3F18-9AD1D68DA1FE}"/>
              </a:ext>
            </a:extLst>
          </p:cNvPr>
          <p:cNvSpPr>
            <a:spLocks noChangeAspect="1"/>
          </p:cNvSpPr>
          <p:nvPr/>
        </p:nvSpPr>
        <p:spPr>
          <a:xfrm>
            <a:off x="3536080" y="4731681"/>
            <a:ext cx="972000" cy="783066"/>
          </a:xfrm>
          <a:prstGeom prst="can">
            <a:avLst/>
          </a:prstGeom>
          <a:solidFill>
            <a:srgbClr val="2683C6">
              <a:lumMod val="60000"/>
              <a:lumOff val="40000"/>
            </a:srgbClr>
          </a:solidFill>
          <a:ln w="3175" cap="flat" cmpd="sng" algn="ctr">
            <a:solidFill>
              <a:srgbClr val="3494BA">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1">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 name="Zylinder 6">
            <a:extLst>
              <a:ext uri="{FF2B5EF4-FFF2-40B4-BE49-F238E27FC236}">
                <a16:creationId xmlns:a16="http://schemas.microsoft.com/office/drawing/2014/main" id="{A4264AE2-5F7F-5B08-C39B-462FFCB61A70}"/>
              </a:ext>
            </a:extLst>
          </p:cNvPr>
          <p:cNvSpPr>
            <a:spLocks noChangeAspect="1"/>
          </p:cNvSpPr>
          <p:nvPr/>
        </p:nvSpPr>
        <p:spPr>
          <a:xfrm>
            <a:off x="5212926" y="4731681"/>
            <a:ext cx="972000" cy="783066"/>
          </a:xfrm>
          <a:prstGeom prst="can">
            <a:avLst/>
          </a:prstGeom>
          <a:solidFill>
            <a:srgbClr val="2683C6">
              <a:lumMod val="60000"/>
              <a:lumOff val="40000"/>
            </a:srgbClr>
          </a:solidFill>
          <a:ln w="3175" cap="flat" cmpd="sng" algn="ctr">
            <a:solidFill>
              <a:srgbClr val="3494BA">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1">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8" name="Zylinder 7">
            <a:extLst>
              <a:ext uri="{FF2B5EF4-FFF2-40B4-BE49-F238E27FC236}">
                <a16:creationId xmlns:a16="http://schemas.microsoft.com/office/drawing/2014/main" id="{0DF7EC7E-8EC5-46BC-DFC0-5C2A72B85BF4}"/>
              </a:ext>
            </a:extLst>
          </p:cNvPr>
          <p:cNvSpPr>
            <a:spLocks noChangeAspect="1"/>
          </p:cNvSpPr>
          <p:nvPr/>
        </p:nvSpPr>
        <p:spPr>
          <a:xfrm>
            <a:off x="6933313" y="4731681"/>
            <a:ext cx="972000" cy="783066"/>
          </a:xfrm>
          <a:prstGeom prst="can">
            <a:avLst/>
          </a:prstGeom>
          <a:solidFill>
            <a:srgbClr val="2683C6">
              <a:lumMod val="60000"/>
              <a:lumOff val="40000"/>
            </a:srgbClr>
          </a:solidFill>
          <a:ln w="3175" cap="flat" cmpd="sng" algn="ctr">
            <a:solidFill>
              <a:srgbClr val="3494BA">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1">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3" name="Textfeld 12">
            <a:extLst>
              <a:ext uri="{FF2B5EF4-FFF2-40B4-BE49-F238E27FC236}">
                <a16:creationId xmlns:a16="http://schemas.microsoft.com/office/drawing/2014/main" id="{82D45FC7-2998-2548-AF37-3BB49D3B8811}"/>
              </a:ext>
            </a:extLst>
          </p:cNvPr>
          <p:cNvSpPr txBox="1"/>
          <p:nvPr/>
        </p:nvSpPr>
        <p:spPr>
          <a:xfrm>
            <a:off x="6903056" y="4878951"/>
            <a:ext cx="1053943" cy="461665"/>
          </a:xfrm>
          <a:prstGeom prst="rect">
            <a:avLst/>
          </a:prstGeom>
          <a:noFill/>
        </p:spPr>
        <p:txBody>
          <a:bodyPr wrap="square" rtlCol="0">
            <a:spAutoFit/>
          </a:bodyPr>
          <a:lstStyle/>
          <a:p>
            <a:pPr algn="ctr"/>
            <a:r>
              <a:rPr lang="en-GB" sz="1200" noProof="1">
                <a:solidFill>
                  <a:srgbClr val="0070C0"/>
                </a:solidFill>
                <a:latin typeface="Arial" panose="020B0604020202020204" pitchFamily="34" charset="0"/>
                <a:cs typeface="Arial" panose="020B0604020202020204" pitchFamily="34" charset="0"/>
              </a:rPr>
              <a:t>Terminology service</a:t>
            </a:r>
          </a:p>
        </p:txBody>
      </p:sp>
      <p:sp>
        <p:nvSpPr>
          <p:cNvPr id="16" name="Rechteck 15">
            <a:extLst>
              <a:ext uri="{FF2B5EF4-FFF2-40B4-BE49-F238E27FC236}">
                <a16:creationId xmlns:a16="http://schemas.microsoft.com/office/drawing/2014/main" id="{89D2E712-8943-37C0-69E7-9F4273E805C0}"/>
              </a:ext>
            </a:extLst>
          </p:cNvPr>
          <p:cNvSpPr/>
          <p:nvPr/>
        </p:nvSpPr>
        <p:spPr>
          <a:xfrm>
            <a:off x="2764970" y="3733799"/>
            <a:ext cx="6012000" cy="744645"/>
          </a:xfrm>
          <a:prstGeom prst="rect">
            <a:avLst/>
          </a:prstGeom>
          <a:solidFill>
            <a:srgbClr val="2683C6">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1">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7" name="Rechteck 16">
            <a:extLst>
              <a:ext uri="{FF2B5EF4-FFF2-40B4-BE49-F238E27FC236}">
                <a16:creationId xmlns:a16="http://schemas.microsoft.com/office/drawing/2014/main" id="{671D76F4-6024-1BAD-393D-2AA8611DE644}"/>
              </a:ext>
            </a:extLst>
          </p:cNvPr>
          <p:cNvSpPr/>
          <p:nvPr/>
        </p:nvSpPr>
        <p:spPr bwMode="gray">
          <a:xfrm>
            <a:off x="2764970" y="1697854"/>
            <a:ext cx="2307771" cy="599404"/>
          </a:xfrm>
          <a:prstGeom prst="rect">
            <a:avLst/>
          </a:prstGeom>
          <a:solidFill>
            <a:srgbClr val="3494BA">
              <a:lumMod val="60000"/>
              <a:lumOff val="40000"/>
            </a:srgbClr>
          </a:solidFill>
          <a:ln w="6350" cap="flat" cmpd="sng" algn="ctr">
            <a:noFill/>
            <a:prstDash val="solid"/>
            <a:miter lim="800000"/>
          </a:ln>
          <a:effectLst/>
        </p:spPr>
        <p:txBody>
          <a:bodyPr lIns="36000" rIns="36000" rtlCol="0" anchor="ctr"/>
          <a:lstStyle/>
          <a:p>
            <a:pPr marL="0" marR="0" lvl="0" indent="0" algn="ctr" defTabSz="914400" eaLnBrk="1" fontAlgn="auto" latinLnBrk="0" hangingPunct="1">
              <a:lnSpc>
                <a:spcPct val="110000"/>
              </a:lnSpc>
              <a:spcBef>
                <a:spcPts val="0"/>
              </a:spcBef>
              <a:spcAft>
                <a:spcPts val="0"/>
              </a:spcAft>
              <a:buClrTx/>
              <a:buSzTx/>
              <a:buFontTx/>
              <a:buNone/>
              <a:tabLst/>
              <a:defRPr/>
            </a:pPr>
            <a:r>
              <a:rPr kumimoji="0" lang="en-GB" sz="1400" b="0" i="0" u="none" strike="noStrike" kern="0" cap="none" spc="0" normalizeH="0" baseline="0" noProof="1">
                <a:ln>
                  <a:noFill/>
                </a:ln>
                <a:solidFill>
                  <a:prstClr val="white"/>
                </a:solidFill>
                <a:effectLst/>
                <a:uLnTx/>
                <a:uFillTx/>
                <a:latin typeface="Arial" panose="020B0604020202020204" pitchFamily="34" charset="0"/>
                <a:ea typeface="+mn-ea"/>
                <a:cs typeface="Arial" panose="020B0604020202020204" pitchFamily="34" charset="0"/>
              </a:rPr>
              <a:t>Documentation of an administered vaccination </a:t>
            </a:r>
          </a:p>
        </p:txBody>
      </p:sp>
      <p:cxnSp>
        <p:nvCxnSpPr>
          <p:cNvPr id="18" name="Gerade Verbindung mit Pfeil 17">
            <a:extLst>
              <a:ext uri="{FF2B5EF4-FFF2-40B4-BE49-F238E27FC236}">
                <a16:creationId xmlns:a16="http://schemas.microsoft.com/office/drawing/2014/main" id="{809B56E6-0285-0515-0754-1B912A424172}"/>
              </a:ext>
            </a:extLst>
          </p:cNvPr>
          <p:cNvCxnSpPr>
            <a:cxnSpLocks/>
          </p:cNvCxnSpPr>
          <p:nvPr/>
        </p:nvCxnSpPr>
        <p:spPr>
          <a:xfrm>
            <a:off x="3906196" y="2319188"/>
            <a:ext cx="0" cy="1414612"/>
          </a:xfrm>
          <a:prstGeom prst="straightConnector1">
            <a:avLst/>
          </a:prstGeom>
          <a:noFill/>
          <a:ln w="22225" cap="flat" cmpd="sng" algn="ctr">
            <a:solidFill>
              <a:srgbClr val="3494BA"/>
            </a:solidFill>
            <a:prstDash val="solid"/>
            <a:miter lim="800000"/>
            <a:tailEnd type="triangle"/>
          </a:ln>
          <a:effectLst/>
        </p:spPr>
      </p:cxnSp>
      <p:sp>
        <p:nvSpPr>
          <p:cNvPr id="21" name="Rechteck 20">
            <a:extLst>
              <a:ext uri="{FF2B5EF4-FFF2-40B4-BE49-F238E27FC236}">
                <a16:creationId xmlns:a16="http://schemas.microsoft.com/office/drawing/2014/main" id="{B555C565-1472-04F0-21BE-E6BFD6E76F56}"/>
              </a:ext>
            </a:extLst>
          </p:cNvPr>
          <p:cNvSpPr/>
          <p:nvPr/>
        </p:nvSpPr>
        <p:spPr bwMode="gray">
          <a:xfrm>
            <a:off x="6469199" y="1697854"/>
            <a:ext cx="2307771" cy="599404"/>
          </a:xfrm>
          <a:prstGeom prst="rect">
            <a:avLst/>
          </a:prstGeom>
          <a:solidFill>
            <a:srgbClr val="3494BA">
              <a:lumMod val="60000"/>
              <a:lumOff val="40000"/>
            </a:srgbClr>
          </a:solidFill>
          <a:ln w="6350" cap="flat" cmpd="sng" algn="ctr">
            <a:noFill/>
            <a:prstDash val="solid"/>
            <a:miter lim="800000"/>
          </a:ln>
          <a:effectLst/>
        </p:spPr>
        <p:txBody>
          <a:bodyPr lIns="36000" rIns="36000" rtlCol="0" anchor="ctr"/>
          <a:lstStyle/>
          <a:p>
            <a:pPr marL="0" marR="0" lvl="0" indent="0" algn="ctr" defTabSz="914400" eaLnBrk="1" fontAlgn="auto" latinLnBrk="0" hangingPunct="1">
              <a:lnSpc>
                <a:spcPct val="110000"/>
              </a:lnSpc>
              <a:spcBef>
                <a:spcPts val="0"/>
              </a:spcBef>
              <a:spcAft>
                <a:spcPts val="0"/>
              </a:spcAft>
              <a:buClrTx/>
              <a:buSzTx/>
              <a:buFontTx/>
              <a:buNone/>
              <a:tabLst/>
              <a:defRPr/>
            </a:pPr>
            <a:r>
              <a:rPr lang="en-GB" sz="1400" kern="0" noProof="1">
                <a:solidFill>
                  <a:prstClr val="white"/>
                </a:solidFill>
                <a:latin typeface="Arial" panose="020B0604020202020204" pitchFamily="34" charset="0"/>
                <a:cs typeface="Arial" panose="020B0604020202020204" pitchFamily="34" charset="0"/>
              </a:rPr>
              <a:t>View Vaccination Record</a:t>
            </a:r>
            <a:endParaRPr kumimoji="0" lang="en-GB" sz="1400" b="0" i="0" u="none" strike="noStrike" kern="0" cap="none" spc="0" normalizeH="0" baseline="0" noProof="1">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22" name="Gerade Verbindung mit Pfeil 21">
            <a:extLst>
              <a:ext uri="{FF2B5EF4-FFF2-40B4-BE49-F238E27FC236}">
                <a16:creationId xmlns:a16="http://schemas.microsoft.com/office/drawing/2014/main" id="{687EBED7-8D24-3797-5F08-C44F8B5B42D5}"/>
              </a:ext>
            </a:extLst>
          </p:cNvPr>
          <p:cNvCxnSpPr>
            <a:cxnSpLocks/>
            <a:endCxn id="21" idx="2"/>
          </p:cNvCxnSpPr>
          <p:nvPr/>
        </p:nvCxnSpPr>
        <p:spPr>
          <a:xfrm flipV="1">
            <a:off x="7623085" y="2297258"/>
            <a:ext cx="0" cy="1436542"/>
          </a:xfrm>
          <a:prstGeom prst="straightConnector1">
            <a:avLst/>
          </a:prstGeom>
          <a:noFill/>
          <a:ln w="22225" cap="flat" cmpd="sng" algn="ctr">
            <a:solidFill>
              <a:srgbClr val="3494BA"/>
            </a:solidFill>
            <a:prstDash val="solid"/>
            <a:miter lim="800000"/>
            <a:tailEnd type="triangle"/>
          </a:ln>
          <a:effectLst/>
        </p:spPr>
      </p:cxnSp>
      <p:sp>
        <p:nvSpPr>
          <p:cNvPr id="26" name="Textfeld 25">
            <a:extLst>
              <a:ext uri="{FF2B5EF4-FFF2-40B4-BE49-F238E27FC236}">
                <a16:creationId xmlns:a16="http://schemas.microsoft.com/office/drawing/2014/main" id="{BE8AB018-CF68-E082-AB44-5251F523FAB1}"/>
              </a:ext>
            </a:extLst>
          </p:cNvPr>
          <p:cNvSpPr txBox="1"/>
          <p:nvPr/>
        </p:nvSpPr>
        <p:spPr>
          <a:xfrm>
            <a:off x="6270170" y="2751144"/>
            <a:ext cx="1340745" cy="553998"/>
          </a:xfrm>
          <a:prstGeom prst="rect">
            <a:avLst/>
          </a:prstGeom>
          <a:noFill/>
        </p:spPr>
        <p:txBody>
          <a:bodyPr wrap="square">
            <a:spAutoFit/>
          </a:bodyPr>
          <a:lstStyle/>
          <a:p>
            <a:pPr algn="r"/>
            <a:r>
              <a:rPr lang="en-GB" sz="1000" noProof="1">
                <a:solidFill>
                  <a:schemeClr val="bg1"/>
                </a:solidFill>
              </a:rPr>
              <a:t>CH VACD Vaccination</a:t>
            </a:r>
          </a:p>
          <a:p>
            <a:pPr algn="r"/>
            <a:r>
              <a:rPr lang="en-GB" sz="1000" noProof="1">
                <a:solidFill>
                  <a:schemeClr val="bg1"/>
                </a:solidFill>
              </a:rPr>
              <a:t>Record</a:t>
            </a:r>
          </a:p>
        </p:txBody>
      </p:sp>
      <p:sp>
        <p:nvSpPr>
          <p:cNvPr id="28" name="Textfeld 27">
            <a:extLst>
              <a:ext uri="{FF2B5EF4-FFF2-40B4-BE49-F238E27FC236}">
                <a16:creationId xmlns:a16="http://schemas.microsoft.com/office/drawing/2014/main" id="{A3213589-3C6C-F1DC-8E8E-6289253CEB44}"/>
              </a:ext>
            </a:extLst>
          </p:cNvPr>
          <p:cNvSpPr txBox="1"/>
          <p:nvPr/>
        </p:nvSpPr>
        <p:spPr>
          <a:xfrm>
            <a:off x="3915208" y="2751144"/>
            <a:ext cx="1647394" cy="707886"/>
          </a:xfrm>
          <a:prstGeom prst="rect">
            <a:avLst/>
          </a:prstGeom>
          <a:noFill/>
        </p:spPr>
        <p:txBody>
          <a:bodyPr wrap="square">
            <a:spAutoFit/>
          </a:bodyPr>
          <a:lstStyle/>
          <a:p>
            <a:pPr algn="l">
              <a:buNone/>
            </a:pPr>
            <a:r>
              <a:rPr lang="en-GB" sz="1000" b="0" i="0" noProof="1">
                <a:solidFill>
                  <a:schemeClr val="bg1"/>
                </a:solidFill>
                <a:effectLst/>
              </a:rPr>
              <a:t>CH VACD Immunization </a:t>
            </a:r>
          </a:p>
          <a:p>
            <a:pPr algn="l">
              <a:buNone/>
            </a:pPr>
            <a:r>
              <a:rPr lang="en-GB" sz="1000" b="0" i="0" noProof="1">
                <a:solidFill>
                  <a:schemeClr val="bg1"/>
                </a:solidFill>
                <a:effectLst/>
              </a:rPr>
              <a:t>Administration Document</a:t>
            </a:r>
          </a:p>
        </p:txBody>
      </p:sp>
      <p:pic>
        <p:nvPicPr>
          <p:cNvPr id="29" name="Grafik 28" descr="HL7 FHIR – mobile Kommunikation und mehr – HL7 Deutschland">
            <a:extLst>
              <a:ext uri="{FF2B5EF4-FFF2-40B4-BE49-F238E27FC236}">
                <a16:creationId xmlns:a16="http://schemas.microsoft.com/office/drawing/2014/main" id="{EEA4A417-A32B-6CD7-223D-26FEB14E5B79}"/>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007539" y="2571219"/>
            <a:ext cx="746844" cy="180000"/>
          </a:xfrm>
          <a:prstGeom prst="rect">
            <a:avLst/>
          </a:prstGeom>
        </p:spPr>
      </p:pic>
      <p:pic>
        <p:nvPicPr>
          <p:cNvPr id="30" name="Grafik 29" descr="HL7 FHIR – mobile Kommunikation und mehr – HL7 Deutschland">
            <a:extLst>
              <a:ext uri="{FF2B5EF4-FFF2-40B4-BE49-F238E27FC236}">
                <a16:creationId xmlns:a16="http://schemas.microsoft.com/office/drawing/2014/main" id="{644F34AC-1E28-0C98-1D31-6D1E308D5B50}"/>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778823" y="2571219"/>
            <a:ext cx="746844" cy="180000"/>
          </a:xfrm>
          <a:prstGeom prst="rect">
            <a:avLst/>
          </a:prstGeom>
        </p:spPr>
      </p:pic>
      <p:sp>
        <p:nvSpPr>
          <p:cNvPr id="33" name="Textfeld 32">
            <a:extLst>
              <a:ext uri="{FF2B5EF4-FFF2-40B4-BE49-F238E27FC236}">
                <a16:creationId xmlns:a16="http://schemas.microsoft.com/office/drawing/2014/main" id="{C70F0627-B867-A0A3-87A4-F0E57DC37B49}"/>
              </a:ext>
            </a:extLst>
          </p:cNvPr>
          <p:cNvSpPr txBox="1"/>
          <p:nvPr/>
        </p:nvSpPr>
        <p:spPr>
          <a:xfrm>
            <a:off x="7001112" y="5266511"/>
            <a:ext cx="1706860" cy="253777"/>
          </a:xfrm>
          <a:prstGeom prst="rect">
            <a:avLst/>
          </a:prstGeom>
          <a:noFill/>
        </p:spPr>
        <p:txBody>
          <a:bodyPr wrap="square">
            <a:spAutoFit/>
          </a:bodyPr>
          <a:lstStyle/>
          <a:p>
            <a:r>
              <a:rPr lang="en-GB" sz="1000" b="0" i="0" noProof="1">
                <a:solidFill>
                  <a:srgbClr val="0070C0"/>
                </a:solidFill>
                <a:effectLst/>
              </a:rPr>
              <a:t>tx.fhir.ch/r4</a:t>
            </a:r>
            <a:endParaRPr lang="en-GB" sz="1000" noProof="1">
              <a:solidFill>
                <a:srgbClr val="0070C0"/>
              </a:solidFill>
            </a:endParaRPr>
          </a:p>
        </p:txBody>
      </p:sp>
      <p:sp>
        <p:nvSpPr>
          <p:cNvPr id="4" name="Rechteck 3">
            <a:extLst>
              <a:ext uri="{FF2B5EF4-FFF2-40B4-BE49-F238E27FC236}">
                <a16:creationId xmlns:a16="http://schemas.microsoft.com/office/drawing/2014/main" id="{69B1D637-470C-285C-6567-4ABB0E04E1F8}"/>
              </a:ext>
            </a:extLst>
          </p:cNvPr>
          <p:cNvSpPr/>
          <p:nvPr/>
        </p:nvSpPr>
        <p:spPr>
          <a:xfrm>
            <a:off x="3448215" y="3881070"/>
            <a:ext cx="4457098" cy="449273"/>
          </a:xfrm>
          <a:prstGeom prst="rect">
            <a:avLst/>
          </a:prstGeom>
          <a:solidFill>
            <a:schemeClr val="tx2">
              <a:lumMod val="40000"/>
              <a:lumOff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200" kern="0" noProof="1">
                <a:solidFill>
                  <a:prstClr val="white"/>
                </a:solidFill>
                <a:latin typeface="Arial" panose="020B0604020202020204" pitchFamily="34" charset="0"/>
                <a:cs typeface="Arial" panose="020B0604020202020204" pitchFamily="34" charset="0"/>
              </a:rPr>
              <a:t>Platform and interoperability services</a:t>
            </a:r>
            <a:endParaRPr kumimoji="0" lang="en-GB" sz="1200" b="0" i="0" u="none" strike="noStrike" kern="0" cap="none" spc="0" normalizeH="0" baseline="0" noProof="1">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9" name="Textfeld 18">
            <a:extLst>
              <a:ext uri="{FF2B5EF4-FFF2-40B4-BE49-F238E27FC236}">
                <a16:creationId xmlns:a16="http://schemas.microsoft.com/office/drawing/2014/main" id="{BCFC778D-B032-0BCE-807F-1965D466B0B1}"/>
              </a:ext>
            </a:extLst>
          </p:cNvPr>
          <p:cNvSpPr txBox="1"/>
          <p:nvPr/>
        </p:nvSpPr>
        <p:spPr>
          <a:xfrm>
            <a:off x="3262124" y="1327730"/>
            <a:ext cx="1306168" cy="307777"/>
          </a:xfrm>
          <a:prstGeom prst="rect">
            <a:avLst/>
          </a:prstGeom>
          <a:noFill/>
        </p:spPr>
        <p:txBody>
          <a:bodyPr wrap="square" rtlCol="0">
            <a:spAutoFit/>
          </a:bodyPr>
          <a:lstStyle/>
          <a:p>
            <a:pPr algn="ctr"/>
            <a:r>
              <a:rPr lang="en-GB" sz="1400" noProof="1">
                <a:solidFill>
                  <a:schemeClr val="bg1"/>
                </a:solidFill>
                <a:latin typeface="Arial" panose="020B0604020202020204" pitchFamily="34" charset="0"/>
                <a:cs typeface="Arial" panose="020B0604020202020204" pitchFamily="34" charset="0"/>
              </a:rPr>
              <a:t>Data producer</a:t>
            </a:r>
          </a:p>
        </p:txBody>
      </p:sp>
      <p:sp>
        <p:nvSpPr>
          <p:cNvPr id="20" name="Textfeld 19">
            <a:extLst>
              <a:ext uri="{FF2B5EF4-FFF2-40B4-BE49-F238E27FC236}">
                <a16:creationId xmlns:a16="http://schemas.microsoft.com/office/drawing/2014/main" id="{11A1EEAE-C042-6A46-8F44-97E8EEF1000B}"/>
              </a:ext>
            </a:extLst>
          </p:cNvPr>
          <p:cNvSpPr txBox="1"/>
          <p:nvPr/>
        </p:nvSpPr>
        <p:spPr>
          <a:xfrm>
            <a:off x="6792897" y="1312534"/>
            <a:ext cx="1642931" cy="307777"/>
          </a:xfrm>
          <a:prstGeom prst="rect">
            <a:avLst/>
          </a:prstGeom>
          <a:noFill/>
        </p:spPr>
        <p:txBody>
          <a:bodyPr wrap="square" rtlCol="0">
            <a:spAutoFit/>
          </a:bodyPr>
          <a:lstStyle/>
          <a:p>
            <a:pPr algn="ctr"/>
            <a:r>
              <a:rPr lang="en-GB" sz="1400" noProof="1">
                <a:solidFill>
                  <a:schemeClr val="bg1"/>
                </a:solidFill>
                <a:latin typeface="Arial" panose="020B0604020202020204" pitchFamily="34" charset="0"/>
                <a:cs typeface="Arial" panose="020B0604020202020204" pitchFamily="34" charset="0"/>
              </a:rPr>
              <a:t>Data Consumer</a:t>
            </a:r>
          </a:p>
        </p:txBody>
      </p:sp>
      <p:sp>
        <p:nvSpPr>
          <p:cNvPr id="24" name="Textfeld 23">
            <a:extLst>
              <a:ext uri="{FF2B5EF4-FFF2-40B4-BE49-F238E27FC236}">
                <a16:creationId xmlns:a16="http://schemas.microsoft.com/office/drawing/2014/main" id="{C95F57A9-0DDB-E4CE-3BDB-8DD682B2B881}"/>
              </a:ext>
            </a:extLst>
          </p:cNvPr>
          <p:cNvSpPr txBox="1"/>
          <p:nvPr/>
        </p:nvSpPr>
        <p:spPr>
          <a:xfrm>
            <a:off x="3530569" y="4966364"/>
            <a:ext cx="972000" cy="461665"/>
          </a:xfrm>
          <a:prstGeom prst="rect">
            <a:avLst/>
          </a:prstGeom>
          <a:noFill/>
        </p:spPr>
        <p:txBody>
          <a:bodyPr wrap="square" rtlCol="0">
            <a:spAutoFit/>
          </a:bodyPr>
          <a:lstStyle/>
          <a:p>
            <a:pPr algn="ctr"/>
            <a:r>
              <a:rPr lang="en-GB" sz="1200" noProof="1">
                <a:solidFill>
                  <a:srgbClr val="0070C0"/>
                </a:solidFill>
                <a:latin typeface="Arial" panose="020B0604020202020204" pitchFamily="34" charset="0"/>
                <a:cs typeface="Arial" panose="020B0604020202020204" pitchFamily="34" charset="0"/>
              </a:rPr>
              <a:t>Person</a:t>
            </a:r>
            <a:br>
              <a:rPr lang="en-GB" sz="1200" noProof="1">
                <a:solidFill>
                  <a:srgbClr val="0070C0"/>
                </a:solidFill>
                <a:latin typeface="Arial" panose="020B0604020202020204" pitchFamily="34" charset="0"/>
                <a:cs typeface="Arial" panose="020B0604020202020204" pitchFamily="34" charset="0"/>
              </a:rPr>
            </a:br>
            <a:r>
              <a:rPr lang="en-GB" sz="1200" noProof="1">
                <a:solidFill>
                  <a:srgbClr val="0070C0"/>
                </a:solidFill>
                <a:latin typeface="Arial" panose="020B0604020202020204" pitchFamily="34" charset="0"/>
                <a:cs typeface="Arial" panose="020B0604020202020204" pitchFamily="34" charset="0"/>
              </a:rPr>
              <a:t>registry</a:t>
            </a:r>
          </a:p>
        </p:txBody>
      </p:sp>
      <p:sp>
        <p:nvSpPr>
          <p:cNvPr id="25" name="Textfeld 24">
            <a:extLst>
              <a:ext uri="{FF2B5EF4-FFF2-40B4-BE49-F238E27FC236}">
                <a16:creationId xmlns:a16="http://schemas.microsoft.com/office/drawing/2014/main" id="{70498A98-0D8E-48CD-68F6-DD00E93C5C45}"/>
              </a:ext>
            </a:extLst>
          </p:cNvPr>
          <p:cNvSpPr txBox="1"/>
          <p:nvPr/>
        </p:nvSpPr>
        <p:spPr>
          <a:xfrm>
            <a:off x="5127167" y="4985832"/>
            <a:ext cx="1174700" cy="461665"/>
          </a:xfrm>
          <a:prstGeom prst="rect">
            <a:avLst/>
          </a:prstGeom>
          <a:noFill/>
        </p:spPr>
        <p:txBody>
          <a:bodyPr wrap="square" rtlCol="0">
            <a:spAutoFit/>
          </a:bodyPr>
          <a:lstStyle/>
          <a:p>
            <a:pPr algn="ctr"/>
            <a:r>
              <a:rPr lang="en-GB" sz="1200" noProof="1">
                <a:solidFill>
                  <a:srgbClr val="0070C0"/>
                </a:solidFill>
                <a:latin typeface="Arial" panose="020B0604020202020204" pitchFamily="34" charset="0"/>
                <a:cs typeface="Arial" panose="020B0604020202020204" pitchFamily="34" charset="0"/>
              </a:rPr>
              <a:t>Vaccination clinical data</a:t>
            </a:r>
          </a:p>
        </p:txBody>
      </p:sp>
      <p:pic>
        <p:nvPicPr>
          <p:cNvPr id="27" name="Picture 2" descr="openehr.org">
            <a:extLst>
              <a:ext uri="{FF2B5EF4-FFF2-40B4-BE49-F238E27FC236}">
                <a16:creationId xmlns:a16="http://schemas.microsoft.com/office/drawing/2014/main" id="{75DD2687-8EA1-A181-25A1-E6C43148945E}"/>
              </a:ext>
            </a:extLst>
          </p:cNvPr>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5336873" y="5707729"/>
            <a:ext cx="820808" cy="144000"/>
          </a:xfrm>
          <a:prstGeom prst="rect">
            <a:avLst/>
          </a:prstGeom>
          <a:noFill/>
          <a:extLst>
            <a:ext uri="{909E8E84-426E-40DD-AFC4-6F175D3DCCD1}">
              <a14:hiddenFill xmlns:a14="http://schemas.microsoft.com/office/drawing/2010/main">
                <a:solidFill>
                  <a:srgbClr val="FFFFFF"/>
                </a:solidFill>
              </a14:hiddenFill>
            </a:ext>
          </a:extLst>
        </p:spPr>
      </p:pic>
      <p:pic>
        <p:nvPicPr>
          <p:cNvPr id="31" name="Grafik 30" descr="HL7 FHIR – mobile Kommunikation und mehr – HL7 Deutschland">
            <a:extLst>
              <a:ext uri="{FF2B5EF4-FFF2-40B4-BE49-F238E27FC236}">
                <a16:creationId xmlns:a16="http://schemas.microsoft.com/office/drawing/2014/main" id="{D0E6123F-00B4-BB7A-F101-9DDD99C63D72}"/>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673371" y="5678227"/>
            <a:ext cx="746844" cy="180000"/>
          </a:xfrm>
          <a:prstGeom prst="rect">
            <a:avLst/>
          </a:prstGeom>
        </p:spPr>
      </p:pic>
    </p:spTree>
    <p:extLst>
      <p:ext uri="{BB962C8B-B14F-4D97-AF65-F5344CB8AC3E}">
        <p14:creationId xmlns:p14="http://schemas.microsoft.com/office/powerpoint/2010/main" val="597804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E4004-A70C-C8B6-F885-51C450A3993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4682FAB-D7DD-A384-DC61-1F31FB50E42B}"/>
              </a:ext>
            </a:extLst>
          </p:cNvPr>
          <p:cNvSpPr>
            <a:spLocks noGrp="1"/>
          </p:cNvSpPr>
          <p:nvPr>
            <p:ph type="title"/>
          </p:nvPr>
        </p:nvSpPr>
        <p:spPr>
          <a:xfrm>
            <a:off x="622799" y="478800"/>
            <a:ext cx="11035801" cy="351462"/>
          </a:xfrm>
        </p:spPr>
        <p:txBody>
          <a:bodyPr/>
          <a:lstStyle/>
          <a:p>
            <a:r>
              <a:rPr lang="de-CH" dirty="0"/>
              <a:t>FHIR Implementation Guide – </a:t>
            </a:r>
            <a:r>
              <a:rPr lang="de-CH" dirty="0" err="1"/>
              <a:t>Immunization</a:t>
            </a:r>
            <a:r>
              <a:rPr lang="de-CH" dirty="0"/>
              <a:t> Administration </a:t>
            </a:r>
            <a:r>
              <a:rPr lang="de-CH" dirty="0" err="1"/>
              <a:t>Document</a:t>
            </a:r>
            <a:endParaRPr lang="de-CH" dirty="0"/>
          </a:p>
        </p:txBody>
      </p:sp>
      <p:sp>
        <p:nvSpPr>
          <p:cNvPr id="8" name="Textfeld 7">
            <a:extLst>
              <a:ext uri="{FF2B5EF4-FFF2-40B4-BE49-F238E27FC236}">
                <a16:creationId xmlns:a16="http://schemas.microsoft.com/office/drawing/2014/main" id="{E7F0C3EC-1774-2B2C-BBAC-C8E3E132B0DB}"/>
              </a:ext>
            </a:extLst>
          </p:cNvPr>
          <p:cNvSpPr txBox="1"/>
          <p:nvPr/>
        </p:nvSpPr>
        <p:spPr>
          <a:xfrm>
            <a:off x="6220725" y="6282363"/>
            <a:ext cx="5285475" cy="215444"/>
          </a:xfrm>
          <a:prstGeom prst="rect">
            <a:avLst/>
          </a:prstGeom>
          <a:noFill/>
        </p:spPr>
        <p:txBody>
          <a:bodyPr wrap="square">
            <a:spAutoFit/>
          </a:bodyPr>
          <a:lstStyle/>
          <a:p>
            <a:r>
              <a:rPr lang="de-CH" sz="800" dirty="0">
                <a:latin typeface="Arial" panose="020B0604020202020204" pitchFamily="34" charset="0"/>
                <a:cs typeface="Arial" panose="020B0604020202020204" pitchFamily="34" charset="0"/>
                <a:hlinkClick r:id="rId2"/>
              </a:rPr>
              <a:t>https://www.fhir.ch/ig/ch-vacd/immunization-administration-document.html</a:t>
            </a:r>
            <a:r>
              <a:rPr lang="de-CH" sz="800" dirty="0">
                <a:latin typeface="Arial" panose="020B0604020202020204" pitchFamily="34" charset="0"/>
                <a:cs typeface="Arial" panose="020B0604020202020204" pitchFamily="34" charset="0"/>
              </a:rPr>
              <a:t> </a:t>
            </a:r>
          </a:p>
        </p:txBody>
      </p:sp>
      <p:pic>
        <p:nvPicPr>
          <p:cNvPr id="6" name="Grafik 5">
            <a:extLst>
              <a:ext uri="{FF2B5EF4-FFF2-40B4-BE49-F238E27FC236}">
                <a16:creationId xmlns:a16="http://schemas.microsoft.com/office/drawing/2014/main" id="{6F90DF01-E974-DFEF-F934-7E6AF35FA40B}"/>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22799" y="1559793"/>
            <a:ext cx="5914809" cy="4603430"/>
          </a:xfrm>
          <a:prstGeom prst="rect">
            <a:avLst/>
          </a:prstGeom>
        </p:spPr>
      </p:pic>
      <p:sp>
        <p:nvSpPr>
          <p:cNvPr id="7" name="Inhaltsplatzhalter 9">
            <a:extLst>
              <a:ext uri="{FF2B5EF4-FFF2-40B4-BE49-F238E27FC236}">
                <a16:creationId xmlns:a16="http://schemas.microsoft.com/office/drawing/2014/main" id="{3E97A87E-77EA-09F8-CA70-7D78AF06F638}"/>
              </a:ext>
            </a:extLst>
          </p:cNvPr>
          <p:cNvSpPr txBox="1">
            <a:spLocks/>
          </p:cNvSpPr>
          <p:nvPr/>
        </p:nvSpPr>
        <p:spPr>
          <a:xfrm>
            <a:off x="7378843" y="1586706"/>
            <a:ext cx="2852554" cy="3684588"/>
          </a:xfrm>
          <a:prstGeom prst="rect">
            <a:avLst/>
          </a:prstGeom>
        </p:spPr>
        <p:txBody>
          <a:bodyPr/>
          <a:lstStyle>
            <a:lvl1pPr marL="216000" indent="-216000" algn="l" defTabSz="914400" rtl="0" eaLnBrk="1" latinLnBrk="0" hangingPunct="1">
              <a:lnSpc>
                <a:spcPct val="110000"/>
              </a:lnSpc>
              <a:spcBef>
                <a:spcPts val="800"/>
              </a:spcBef>
              <a:buSzPct val="100000"/>
              <a:buFont typeface="Arial" panose="020B0604020202020204" pitchFamily="34" charset="0"/>
              <a:buChar char="•"/>
              <a:defRPr sz="1400" kern="1200">
                <a:solidFill>
                  <a:schemeClr val="bg1"/>
                </a:solidFill>
                <a:latin typeface="Verdana" panose="020B0604030504040204" pitchFamily="34" charset="0"/>
                <a:ea typeface="+mn-ea"/>
                <a:cs typeface="+mn-cs"/>
              </a:defRPr>
            </a:lvl1pPr>
            <a:lvl2pPr marL="432000" indent="-216000" algn="l" defTabSz="914400" rtl="0" eaLnBrk="1" latinLnBrk="0" hangingPunct="1">
              <a:lnSpc>
                <a:spcPct val="110000"/>
              </a:lnSpc>
              <a:spcBef>
                <a:spcPts val="800"/>
              </a:spcBef>
              <a:buSzPct val="100000"/>
              <a:buFont typeface="Arial" panose="020B0604020202020204" pitchFamily="34" charset="0"/>
              <a:buChar char="•"/>
              <a:defRPr sz="1400" kern="1200">
                <a:solidFill>
                  <a:schemeClr val="bg1"/>
                </a:solidFill>
                <a:latin typeface="Verdana" panose="020B0604030504040204" pitchFamily="34" charset="0"/>
                <a:ea typeface="+mn-ea"/>
                <a:cs typeface="+mn-cs"/>
              </a:defRPr>
            </a:lvl2pPr>
            <a:lvl3pPr marL="648000" indent="-216000" algn="l" defTabSz="914400" rtl="0" eaLnBrk="1" latinLnBrk="0" hangingPunct="1">
              <a:lnSpc>
                <a:spcPct val="110000"/>
              </a:lnSpc>
              <a:spcBef>
                <a:spcPts val="800"/>
              </a:spcBef>
              <a:buSzPct val="100000"/>
              <a:buFont typeface="Arial" panose="020B0604020202020204" pitchFamily="34" charset="0"/>
              <a:buChar char="•"/>
              <a:defRPr sz="1400" kern="1200">
                <a:solidFill>
                  <a:schemeClr val="bg1"/>
                </a:solidFill>
                <a:latin typeface="Verdana" panose="020B0604030504040204" pitchFamily="34" charset="0"/>
                <a:ea typeface="+mn-ea"/>
                <a:cs typeface="+mn-cs"/>
              </a:defRPr>
            </a:lvl3pPr>
            <a:lvl4pPr marL="864000" indent="-216000" algn="l" defTabSz="914400" rtl="0" eaLnBrk="1" latinLnBrk="0" hangingPunct="1">
              <a:lnSpc>
                <a:spcPct val="110000"/>
              </a:lnSpc>
              <a:spcBef>
                <a:spcPts val="800"/>
              </a:spcBef>
              <a:buSzPct val="100000"/>
              <a:buFont typeface="Arial" panose="020B0604020202020204" pitchFamily="34" charset="0"/>
              <a:buChar char="•"/>
              <a:defRPr sz="1400" kern="1200">
                <a:solidFill>
                  <a:schemeClr val="bg1"/>
                </a:solidFill>
                <a:latin typeface="Verdana" panose="020B0604030504040204" pitchFamily="34" charset="0"/>
                <a:ea typeface="+mn-ea"/>
                <a:cs typeface="+mn-cs"/>
              </a:defRPr>
            </a:lvl4pPr>
            <a:lvl5pPr marL="1080000" indent="-216000" algn="l" defTabSz="914400" rtl="0" eaLnBrk="1" latinLnBrk="0" hangingPunct="1">
              <a:lnSpc>
                <a:spcPct val="110000"/>
              </a:lnSpc>
              <a:spcBef>
                <a:spcPts val="800"/>
              </a:spcBef>
              <a:buSzPct val="100000"/>
              <a:buFont typeface="Arial" panose="020B0604020202020204" pitchFamily="34" charset="0"/>
              <a:buChar char="•"/>
              <a:defRPr sz="1400" kern="1200">
                <a:solidFill>
                  <a:schemeClr val="bg1"/>
                </a:solidFill>
                <a:latin typeface="Verdana" panose="020B0604030504040204" pitchFamily="34" charset="0"/>
                <a:ea typeface="+mn-ea"/>
                <a:cs typeface="+mn-cs"/>
              </a:defRPr>
            </a:lvl5pPr>
            <a:lvl6pPr marL="1296000" indent="-216000" algn="l" defTabSz="914400" rtl="0" eaLnBrk="1" latinLnBrk="0" hangingPunct="1">
              <a:lnSpc>
                <a:spcPct val="110000"/>
              </a:lnSpc>
              <a:spcBef>
                <a:spcPts val="800"/>
              </a:spcBef>
              <a:buSzPct val="100000"/>
              <a:buFont typeface="Verdana" panose="020B0604030504040204" pitchFamily="34" charset="0"/>
              <a:buChar char="–"/>
              <a:defRPr sz="1400" kern="1200">
                <a:solidFill>
                  <a:schemeClr val="tx1"/>
                </a:solidFill>
                <a:latin typeface="Verdana" panose="020B0604030504040204" pitchFamily="34" charset="0"/>
                <a:ea typeface="+mn-ea"/>
                <a:cs typeface="+mn-cs"/>
              </a:defRPr>
            </a:lvl6pPr>
            <a:lvl7pPr marL="1512000" indent="-216000" algn="l" defTabSz="914400" rtl="0" eaLnBrk="1" latinLnBrk="0" hangingPunct="1">
              <a:lnSpc>
                <a:spcPct val="110000"/>
              </a:lnSpc>
              <a:spcBef>
                <a:spcPts val="800"/>
              </a:spcBef>
              <a:buSzPct val="100000"/>
              <a:buFont typeface="Verdana" panose="020B0604030504040204" pitchFamily="34" charset="0"/>
              <a:buChar char="–"/>
              <a:defRPr sz="1400" kern="1200">
                <a:solidFill>
                  <a:schemeClr val="tx1"/>
                </a:solidFill>
                <a:latin typeface="Verdana" panose="020B0604030504040204" pitchFamily="34" charset="0"/>
                <a:ea typeface="+mn-ea"/>
                <a:cs typeface="+mn-cs"/>
              </a:defRPr>
            </a:lvl7pPr>
            <a:lvl8pPr marL="1728000" indent="-216000" algn="l" defTabSz="914400" rtl="0" eaLnBrk="1" latinLnBrk="0" hangingPunct="1">
              <a:lnSpc>
                <a:spcPct val="110000"/>
              </a:lnSpc>
              <a:spcBef>
                <a:spcPts val="800"/>
              </a:spcBef>
              <a:buSzPct val="100000"/>
              <a:buFont typeface="Verdana" panose="020B0604030504040204" pitchFamily="34" charset="0"/>
              <a:buChar char="–"/>
              <a:defRPr sz="1400" kern="1200">
                <a:solidFill>
                  <a:schemeClr val="tx1"/>
                </a:solidFill>
                <a:latin typeface="Verdana" panose="020B0604030504040204" pitchFamily="34" charset="0"/>
                <a:ea typeface="+mn-ea"/>
                <a:cs typeface="+mn-cs"/>
              </a:defRPr>
            </a:lvl8pPr>
            <a:lvl9pPr marL="1944000" indent="-216000" algn="l" defTabSz="914400" rtl="0" eaLnBrk="1" latinLnBrk="0" hangingPunct="1">
              <a:lnSpc>
                <a:spcPct val="110000"/>
              </a:lnSpc>
              <a:spcBef>
                <a:spcPts val="800"/>
              </a:spcBef>
              <a:buSzPct val="100000"/>
              <a:buFont typeface="Verdana" panose="020B0604030504040204" pitchFamily="34" charset="0"/>
              <a:buChar char="–"/>
              <a:defRPr sz="1400" kern="1200">
                <a:solidFill>
                  <a:schemeClr val="tx1"/>
                </a:solidFill>
                <a:latin typeface="Verdana" panose="020B0604030504040204" pitchFamily="34" charset="0"/>
                <a:ea typeface="+mn-ea"/>
                <a:cs typeface="+mn-cs"/>
              </a:defRPr>
            </a:lvl9pPr>
          </a:lstStyle>
          <a:p>
            <a:pPr marL="0" indent="0">
              <a:buFont typeface="Arial" panose="020B0604020202020204" pitchFamily="34" charset="0"/>
              <a:buNone/>
            </a:pPr>
            <a:r>
              <a:rPr lang="en-GB" noProof="1">
                <a:cs typeface="Arial" panose="020B0604020202020204" pitchFamily="34" charset="0"/>
              </a:rPr>
              <a:t>FHIR document Bundle representing the patient’s immunization status at a specific point in time, including </a:t>
            </a:r>
            <a:r>
              <a:rPr lang="en-GB" noProof="1">
                <a:solidFill>
                  <a:srgbClr val="00B0F0"/>
                </a:solidFill>
                <a:cs typeface="Arial" panose="020B0604020202020204" pitchFamily="34" charset="0"/>
              </a:rPr>
              <a:t>administered immunizations</a:t>
            </a:r>
            <a:r>
              <a:rPr lang="en-GB" noProof="1">
                <a:solidFill>
                  <a:srgbClr val="0070C0"/>
                </a:solidFill>
                <a:cs typeface="Arial" panose="020B0604020202020204" pitchFamily="34" charset="0"/>
              </a:rPr>
              <a:t> </a:t>
            </a:r>
            <a:r>
              <a:rPr lang="en-GB" noProof="1">
                <a:cs typeface="Arial" panose="020B0604020202020204" pitchFamily="34" charset="0"/>
              </a:rPr>
              <a:t>and further relevant sections such as medical and exposure risks or serology results.</a:t>
            </a:r>
          </a:p>
        </p:txBody>
      </p:sp>
    </p:spTree>
    <p:extLst>
      <p:ext uri="{BB962C8B-B14F-4D97-AF65-F5344CB8AC3E}">
        <p14:creationId xmlns:p14="http://schemas.microsoft.com/office/powerpoint/2010/main" val="2576534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26C06-FE83-3396-B308-65D258C14E3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0D83F23-050B-FCE1-FE3F-81918E6AED79}"/>
              </a:ext>
            </a:extLst>
          </p:cNvPr>
          <p:cNvSpPr>
            <a:spLocks noGrp="1"/>
          </p:cNvSpPr>
          <p:nvPr>
            <p:ph type="title"/>
          </p:nvPr>
        </p:nvSpPr>
        <p:spPr/>
        <p:txBody>
          <a:bodyPr/>
          <a:lstStyle/>
          <a:p>
            <a:r>
              <a:rPr lang="de-CH" dirty="0"/>
              <a:t>FHIR Implementation Guide – </a:t>
            </a:r>
            <a:r>
              <a:rPr lang="de-CH" dirty="0" err="1"/>
              <a:t>Vaccination</a:t>
            </a:r>
            <a:r>
              <a:rPr lang="de-CH" dirty="0"/>
              <a:t> </a:t>
            </a:r>
            <a:r>
              <a:rPr lang="de-CH" dirty="0" err="1"/>
              <a:t>Record</a:t>
            </a:r>
            <a:r>
              <a:rPr lang="de-CH" dirty="0"/>
              <a:t> </a:t>
            </a:r>
            <a:r>
              <a:rPr lang="de-CH" dirty="0" err="1"/>
              <a:t>Document</a:t>
            </a:r>
            <a:endParaRPr lang="de-CH" dirty="0"/>
          </a:p>
        </p:txBody>
      </p:sp>
      <p:sp>
        <p:nvSpPr>
          <p:cNvPr id="8" name="Textfeld 7">
            <a:extLst>
              <a:ext uri="{FF2B5EF4-FFF2-40B4-BE49-F238E27FC236}">
                <a16:creationId xmlns:a16="http://schemas.microsoft.com/office/drawing/2014/main" id="{68909A8D-E9F6-A7EE-2C2E-4AA357932E72}"/>
              </a:ext>
            </a:extLst>
          </p:cNvPr>
          <p:cNvSpPr txBox="1"/>
          <p:nvPr/>
        </p:nvSpPr>
        <p:spPr>
          <a:xfrm>
            <a:off x="6282806" y="6271478"/>
            <a:ext cx="5318132" cy="215444"/>
          </a:xfrm>
          <a:prstGeom prst="rect">
            <a:avLst/>
          </a:prstGeom>
          <a:noFill/>
        </p:spPr>
        <p:txBody>
          <a:bodyPr wrap="square">
            <a:spAutoFit/>
          </a:bodyPr>
          <a:lstStyle/>
          <a:p>
            <a:r>
              <a:rPr lang="de-CH" sz="800" dirty="0">
                <a:latin typeface="Arial" panose="020B0604020202020204" pitchFamily="34" charset="0"/>
                <a:cs typeface="Arial" panose="020B0604020202020204" pitchFamily="34" charset="0"/>
                <a:hlinkClick r:id="rId2"/>
              </a:rPr>
              <a:t>https://www.fhir.ch/ig/ch-vacd/vaccination-record-document.html</a:t>
            </a:r>
            <a:r>
              <a:rPr lang="de-CH" sz="800" dirty="0">
                <a:latin typeface="Arial" panose="020B0604020202020204" pitchFamily="34" charset="0"/>
                <a:cs typeface="Arial" panose="020B0604020202020204" pitchFamily="34" charset="0"/>
              </a:rPr>
              <a:t> </a:t>
            </a:r>
          </a:p>
        </p:txBody>
      </p:sp>
      <p:pic>
        <p:nvPicPr>
          <p:cNvPr id="5" name="Grafik 4">
            <a:extLst>
              <a:ext uri="{FF2B5EF4-FFF2-40B4-BE49-F238E27FC236}">
                <a16:creationId xmlns:a16="http://schemas.microsoft.com/office/drawing/2014/main" id="{ED4BCD30-192C-A0E0-4762-E0D40F0DB978}"/>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22799" y="1559793"/>
            <a:ext cx="5914054" cy="4603430"/>
          </a:xfrm>
          <a:prstGeom prst="rect">
            <a:avLst/>
          </a:prstGeom>
        </p:spPr>
      </p:pic>
      <p:sp>
        <p:nvSpPr>
          <p:cNvPr id="7" name="Inhaltsplatzhalter 7">
            <a:extLst>
              <a:ext uri="{FF2B5EF4-FFF2-40B4-BE49-F238E27FC236}">
                <a16:creationId xmlns:a16="http://schemas.microsoft.com/office/drawing/2014/main" id="{310F4A3F-C627-D2F9-118C-F57F3F0FD394}"/>
              </a:ext>
            </a:extLst>
          </p:cNvPr>
          <p:cNvSpPr txBox="1">
            <a:spLocks/>
          </p:cNvSpPr>
          <p:nvPr/>
        </p:nvSpPr>
        <p:spPr>
          <a:xfrm>
            <a:off x="7496893" y="1559793"/>
            <a:ext cx="3486298" cy="3684588"/>
          </a:xfrm>
          <a:prstGeom prst="rect">
            <a:avLst/>
          </a:prstGeom>
        </p:spPr>
        <p:txBody>
          <a:bodyPr/>
          <a:lstStyle>
            <a:lvl1pPr marL="216000" indent="-216000" algn="l" defTabSz="914400" rtl="0" eaLnBrk="1" latinLnBrk="0" hangingPunct="1">
              <a:lnSpc>
                <a:spcPct val="110000"/>
              </a:lnSpc>
              <a:spcBef>
                <a:spcPts val="800"/>
              </a:spcBef>
              <a:buSzPct val="100000"/>
              <a:buFont typeface="Arial" panose="020B0604020202020204" pitchFamily="34" charset="0"/>
              <a:buChar char="•"/>
              <a:defRPr sz="1400" kern="1200">
                <a:solidFill>
                  <a:schemeClr val="bg1"/>
                </a:solidFill>
                <a:latin typeface="Verdana" panose="020B0604030504040204" pitchFamily="34" charset="0"/>
                <a:ea typeface="+mn-ea"/>
                <a:cs typeface="+mn-cs"/>
              </a:defRPr>
            </a:lvl1pPr>
            <a:lvl2pPr marL="432000" indent="-216000" algn="l" defTabSz="914400" rtl="0" eaLnBrk="1" latinLnBrk="0" hangingPunct="1">
              <a:lnSpc>
                <a:spcPct val="110000"/>
              </a:lnSpc>
              <a:spcBef>
                <a:spcPts val="800"/>
              </a:spcBef>
              <a:buSzPct val="100000"/>
              <a:buFont typeface="Arial" panose="020B0604020202020204" pitchFamily="34" charset="0"/>
              <a:buChar char="•"/>
              <a:defRPr sz="1400" kern="1200">
                <a:solidFill>
                  <a:schemeClr val="bg1"/>
                </a:solidFill>
                <a:latin typeface="Verdana" panose="020B0604030504040204" pitchFamily="34" charset="0"/>
                <a:ea typeface="+mn-ea"/>
                <a:cs typeface="+mn-cs"/>
              </a:defRPr>
            </a:lvl2pPr>
            <a:lvl3pPr marL="648000" indent="-216000" algn="l" defTabSz="914400" rtl="0" eaLnBrk="1" latinLnBrk="0" hangingPunct="1">
              <a:lnSpc>
                <a:spcPct val="110000"/>
              </a:lnSpc>
              <a:spcBef>
                <a:spcPts val="800"/>
              </a:spcBef>
              <a:buSzPct val="100000"/>
              <a:buFont typeface="Arial" panose="020B0604020202020204" pitchFamily="34" charset="0"/>
              <a:buChar char="•"/>
              <a:defRPr sz="1400" kern="1200">
                <a:solidFill>
                  <a:schemeClr val="bg1"/>
                </a:solidFill>
                <a:latin typeface="Verdana" panose="020B0604030504040204" pitchFamily="34" charset="0"/>
                <a:ea typeface="+mn-ea"/>
                <a:cs typeface="+mn-cs"/>
              </a:defRPr>
            </a:lvl3pPr>
            <a:lvl4pPr marL="864000" indent="-216000" algn="l" defTabSz="914400" rtl="0" eaLnBrk="1" latinLnBrk="0" hangingPunct="1">
              <a:lnSpc>
                <a:spcPct val="110000"/>
              </a:lnSpc>
              <a:spcBef>
                <a:spcPts val="800"/>
              </a:spcBef>
              <a:buSzPct val="100000"/>
              <a:buFont typeface="Arial" panose="020B0604020202020204" pitchFamily="34" charset="0"/>
              <a:buChar char="•"/>
              <a:defRPr sz="1400" kern="1200">
                <a:solidFill>
                  <a:schemeClr val="bg1"/>
                </a:solidFill>
                <a:latin typeface="Verdana" panose="020B0604030504040204" pitchFamily="34" charset="0"/>
                <a:ea typeface="+mn-ea"/>
                <a:cs typeface="+mn-cs"/>
              </a:defRPr>
            </a:lvl4pPr>
            <a:lvl5pPr marL="1080000" indent="-216000" algn="l" defTabSz="914400" rtl="0" eaLnBrk="1" latinLnBrk="0" hangingPunct="1">
              <a:lnSpc>
                <a:spcPct val="110000"/>
              </a:lnSpc>
              <a:spcBef>
                <a:spcPts val="800"/>
              </a:spcBef>
              <a:buSzPct val="100000"/>
              <a:buFont typeface="Arial" panose="020B0604020202020204" pitchFamily="34" charset="0"/>
              <a:buChar char="•"/>
              <a:defRPr sz="1400" kern="1200">
                <a:solidFill>
                  <a:schemeClr val="bg1"/>
                </a:solidFill>
                <a:latin typeface="Verdana" panose="020B0604030504040204" pitchFamily="34" charset="0"/>
                <a:ea typeface="+mn-ea"/>
                <a:cs typeface="+mn-cs"/>
              </a:defRPr>
            </a:lvl5pPr>
            <a:lvl6pPr marL="1296000" indent="-216000" algn="l" defTabSz="914400" rtl="0" eaLnBrk="1" latinLnBrk="0" hangingPunct="1">
              <a:lnSpc>
                <a:spcPct val="110000"/>
              </a:lnSpc>
              <a:spcBef>
                <a:spcPts val="800"/>
              </a:spcBef>
              <a:buSzPct val="100000"/>
              <a:buFont typeface="Verdana" panose="020B0604030504040204" pitchFamily="34" charset="0"/>
              <a:buChar char="–"/>
              <a:defRPr sz="1400" kern="1200">
                <a:solidFill>
                  <a:schemeClr val="tx1"/>
                </a:solidFill>
                <a:latin typeface="Verdana" panose="020B0604030504040204" pitchFamily="34" charset="0"/>
                <a:ea typeface="+mn-ea"/>
                <a:cs typeface="+mn-cs"/>
              </a:defRPr>
            </a:lvl6pPr>
            <a:lvl7pPr marL="1512000" indent="-216000" algn="l" defTabSz="914400" rtl="0" eaLnBrk="1" latinLnBrk="0" hangingPunct="1">
              <a:lnSpc>
                <a:spcPct val="110000"/>
              </a:lnSpc>
              <a:spcBef>
                <a:spcPts val="800"/>
              </a:spcBef>
              <a:buSzPct val="100000"/>
              <a:buFont typeface="Verdana" panose="020B0604030504040204" pitchFamily="34" charset="0"/>
              <a:buChar char="–"/>
              <a:defRPr sz="1400" kern="1200">
                <a:solidFill>
                  <a:schemeClr val="tx1"/>
                </a:solidFill>
                <a:latin typeface="Verdana" panose="020B0604030504040204" pitchFamily="34" charset="0"/>
                <a:ea typeface="+mn-ea"/>
                <a:cs typeface="+mn-cs"/>
              </a:defRPr>
            </a:lvl7pPr>
            <a:lvl8pPr marL="1728000" indent="-216000" algn="l" defTabSz="914400" rtl="0" eaLnBrk="1" latinLnBrk="0" hangingPunct="1">
              <a:lnSpc>
                <a:spcPct val="110000"/>
              </a:lnSpc>
              <a:spcBef>
                <a:spcPts val="800"/>
              </a:spcBef>
              <a:buSzPct val="100000"/>
              <a:buFont typeface="Verdana" panose="020B0604030504040204" pitchFamily="34" charset="0"/>
              <a:buChar char="–"/>
              <a:defRPr sz="1400" kern="1200">
                <a:solidFill>
                  <a:schemeClr val="tx1"/>
                </a:solidFill>
                <a:latin typeface="Verdana" panose="020B0604030504040204" pitchFamily="34" charset="0"/>
                <a:ea typeface="+mn-ea"/>
                <a:cs typeface="+mn-cs"/>
              </a:defRPr>
            </a:lvl8pPr>
            <a:lvl9pPr marL="1944000" indent="-216000" algn="l" defTabSz="914400" rtl="0" eaLnBrk="1" latinLnBrk="0" hangingPunct="1">
              <a:lnSpc>
                <a:spcPct val="110000"/>
              </a:lnSpc>
              <a:spcBef>
                <a:spcPts val="800"/>
              </a:spcBef>
              <a:buSzPct val="100000"/>
              <a:buFont typeface="Verdana" panose="020B0604030504040204" pitchFamily="34" charset="0"/>
              <a:buChar char="–"/>
              <a:defRPr sz="1400" kern="1200">
                <a:solidFill>
                  <a:schemeClr val="tx1"/>
                </a:solidFill>
                <a:latin typeface="Verdana" panose="020B0604030504040204" pitchFamily="34" charset="0"/>
                <a:ea typeface="+mn-ea"/>
                <a:cs typeface="+mn-cs"/>
              </a:defRPr>
            </a:lvl9pPr>
          </a:lstStyle>
          <a:p>
            <a:pPr marL="0" indent="0">
              <a:buNone/>
            </a:pPr>
            <a:r>
              <a:rPr lang="en-GB" noProof="1">
                <a:cs typeface="Arial" panose="020B0604020202020204" pitchFamily="34" charset="0"/>
              </a:rPr>
              <a:t>Describes the content and format of a </a:t>
            </a:r>
            <a:r>
              <a:rPr lang="en-GB" noProof="1">
                <a:solidFill>
                  <a:srgbClr val="00B0F0"/>
                </a:solidFill>
                <a:cs typeface="Arial" panose="020B0604020202020204" pitchFamily="34" charset="0"/>
              </a:rPr>
              <a:t>vaccination record</a:t>
            </a:r>
            <a:r>
              <a:rPr lang="en-GB" noProof="1">
                <a:cs typeface="Arial" panose="020B0604020202020204" pitchFamily="34" charset="0"/>
              </a:rPr>
              <a:t>.</a:t>
            </a:r>
          </a:p>
          <a:p>
            <a:pPr marL="0" indent="0">
              <a:buNone/>
            </a:pPr>
            <a:r>
              <a:rPr lang="en-GB" noProof="1">
                <a:cs typeface="Arial" panose="020B0604020202020204" pitchFamily="34" charset="0"/>
              </a:rPr>
              <a:t>It brings together all available vaccination-related information and therefore represents the patient’s </a:t>
            </a:r>
            <a:r>
              <a:rPr lang="en-GB" noProof="1">
                <a:solidFill>
                  <a:srgbClr val="00B0F0"/>
                </a:solidFill>
                <a:cs typeface="Arial" panose="020B0604020202020204" pitchFamily="34" charset="0"/>
              </a:rPr>
              <a:t>immunization status </a:t>
            </a:r>
            <a:r>
              <a:rPr lang="en-GB" noProof="1">
                <a:cs typeface="Arial" panose="020B0604020202020204" pitchFamily="34" charset="0"/>
              </a:rPr>
              <a:t>at a specific point in time.</a:t>
            </a:r>
          </a:p>
          <a:p>
            <a:pPr marL="0" indent="0">
              <a:buNone/>
            </a:pPr>
            <a:r>
              <a:rPr lang="en-GB" noProof="1">
                <a:cs typeface="Arial" panose="020B0604020202020204" pitchFamily="34" charset="0"/>
              </a:rPr>
              <a:t>The vaccination record contains entries from the vaccination documentation, i.e. information on administered immunizations and further relevant sections such as medical and exposure risks or serology results.</a:t>
            </a:r>
          </a:p>
        </p:txBody>
      </p:sp>
    </p:spTree>
    <p:extLst>
      <p:ext uri="{BB962C8B-B14F-4D97-AF65-F5344CB8AC3E}">
        <p14:creationId xmlns:p14="http://schemas.microsoft.com/office/powerpoint/2010/main" val="2537956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D526C-D2A9-B3E5-0D01-BA6EB501E49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DCA2715-52CC-E0A1-6268-BF6E298C9E5B}"/>
              </a:ext>
            </a:extLst>
          </p:cNvPr>
          <p:cNvSpPr>
            <a:spLocks noGrp="1"/>
          </p:cNvSpPr>
          <p:nvPr>
            <p:ph type="title"/>
          </p:nvPr>
        </p:nvSpPr>
        <p:spPr/>
        <p:txBody>
          <a:bodyPr/>
          <a:lstStyle/>
          <a:p>
            <a:r>
              <a:rPr lang="de-CH" dirty="0"/>
              <a:t>Modelling in </a:t>
            </a:r>
            <a:r>
              <a:rPr lang="de-CH" dirty="0" err="1"/>
              <a:t>openEHR</a:t>
            </a:r>
            <a:endParaRPr lang="de-CH" dirty="0"/>
          </a:p>
        </p:txBody>
      </p:sp>
      <p:sp>
        <p:nvSpPr>
          <p:cNvPr id="5" name="Textfeld 4">
            <a:extLst>
              <a:ext uri="{FF2B5EF4-FFF2-40B4-BE49-F238E27FC236}">
                <a16:creationId xmlns:a16="http://schemas.microsoft.com/office/drawing/2014/main" id="{0B634220-7CF7-147F-95AE-C48163994EA9}"/>
              </a:ext>
            </a:extLst>
          </p:cNvPr>
          <p:cNvSpPr txBox="1"/>
          <p:nvPr/>
        </p:nvSpPr>
        <p:spPr>
          <a:xfrm>
            <a:off x="6172202" y="6282364"/>
            <a:ext cx="6096000" cy="215444"/>
          </a:xfrm>
          <a:prstGeom prst="rect">
            <a:avLst/>
          </a:prstGeom>
          <a:noFill/>
        </p:spPr>
        <p:txBody>
          <a:bodyPr wrap="square">
            <a:spAutoFit/>
          </a:bodyPr>
          <a:lstStyle/>
          <a:p>
            <a:r>
              <a:rPr lang="de-CH" sz="800" dirty="0">
                <a:solidFill>
                  <a:schemeClr val="bg1"/>
                </a:solidFill>
                <a:hlinkClick r:id="rId2"/>
              </a:rPr>
              <a:t>https://discourse.openehr.org/t/swiss-vaccination-record-in-openehr-best-practices-for-modeling/11756/17</a:t>
            </a:r>
            <a:r>
              <a:rPr lang="de-CH" sz="800" dirty="0">
                <a:solidFill>
                  <a:schemeClr val="bg1"/>
                </a:solidFill>
              </a:rPr>
              <a:t> </a:t>
            </a:r>
          </a:p>
        </p:txBody>
      </p:sp>
      <p:sp>
        <p:nvSpPr>
          <p:cNvPr id="8" name="Inhaltsplatzhalter 4">
            <a:extLst>
              <a:ext uri="{FF2B5EF4-FFF2-40B4-BE49-F238E27FC236}">
                <a16:creationId xmlns:a16="http://schemas.microsoft.com/office/drawing/2014/main" id="{955F3AFB-4B40-2D3C-CE6B-BD55377AE0A5}"/>
              </a:ext>
            </a:extLst>
          </p:cNvPr>
          <p:cNvSpPr txBox="1">
            <a:spLocks/>
          </p:cNvSpPr>
          <p:nvPr/>
        </p:nvSpPr>
        <p:spPr>
          <a:xfrm>
            <a:off x="667264" y="1817784"/>
            <a:ext cx="5215743" cy="4209954"/>
          </a:xfrm>
          <a:prstGeom prst="rect">
            <a:avLst/>
          </a:prstGeom>
        </p:spPr>
        <p:txBody>
          <a:bodyPr vert="horz" lIns="0" tIns="0" rIns="0" bIns="0" rtlCol="0">
            <a:noAutofit/>
          </a:bodyPr>
          <a:lstStyle>
            <a:lvl1pPr marL="252000" indent="-252000" algn="l" defTabSz="914400" rtl="0" eaLnBrk="1" latinLnBrk="0" hangingPunct="1">
              <a:lnSpc>
                <a:spcPct val="111000"/>
              </a:lnSpc>
              <a:spcBef>
                <a:spcPts val="1200"/>
              </a:spcBef>
              <a:buSzPct val="100000"/>
              <a:buFont typeface="Arial" panose="020B0604020202020204" pitchFamily="34" charset="0"/>
              <a:buChar char="•"/>
              <a:defRPr sz="2000" kern="1200">
                <a:solidFill>
                  <a:schemeClr val="bg1"/>
                </a:solidFill>
                <a:latin typeface="Verdana" panose="020B0604030504040204" pitchFamily="34" charset="0"/>
                <a:ea typeface="+mn-ea"/>
                <a:cs typeface="+mn-cs"/>
              </a:defRPr>
            </a:lvl1pPr>
            <a:lvl2pPr marL="504000" indent="-252000" algn="l" defTabSz="914400" rtl="0" eaLnBrk="1" latinLnBrk="0" hangingPunct="1">
              <a:lnSpc>
                <a:spcPct val="111000"/>
              </a:lnSpc>
              <a:spcBef>
                <a:spcPts val="1200"/>
              </a:spcBef>
              <a:buSzPct val="100000"/>
              <a:buFont typeface="Arial" panose="020B0604020202020204" pitchFamily="34" charset="0"/>
              <a:buChar char="•"/>
              <a:defRPr sz="2000" kern="1200">
                <a:solidFill>
                  <a:schemeClr val="bg1"/>
                </a:solidFill>
                <a:latin typeface="Verdana" panose="020B0604030504040204" pitchFamily="34" charset="0"/>
                <a:ea typeface="+mn-ea"/>
                <a:cs typeface="+mn-cs"/>
              </a:defRPr>
            </a:lvl2pPr>
            <a:lvl3pPr marL="756000" indent="-252000" algn="l" defTabSz="914400" rtl="0" eaLnBrk="1" latinLnBrk="0" hangingPunct="1">
              <a:lnSpc>
                <a:spcPct val="111000"/>
              </a:lnSpc>
              <a:spcBef>
                <a:spcPts val="1200"/>
              </a:spcBef>
              <a:buSzPct val="100000"/>
              <a:buFont typeface="Arial" panose="020B0604020202020204" pitchFamily="34" charset="0"/>
              <a:buChar char="•"/>
              <a:defRPr sz="2000" kern="1200">
                <a:solidFill>
                  <a:schemeClr val="bg1"/>
                </a:solidFill>
                <a:latin typeface="Verdana" panose="020B0604030504040204" pitchFamily="34" charset="0"/>
                <a:ea typeface="+mn-ea"/>
                <a:cs typeface="+mn-cs"/>
              </a:defRPr>
            </a:lvl3pPr>
            <a:lvl4pPr marL="1008000" indent="-252000" algn="l" defTabSz="914400" rtl="0" eaLnBrk="1" latinLnBrk="0" hangingPunct="1">
              <a:lnSpc>
                <a:spcPct val="111000"/>
              </a:lnSpc>
              <a:spcBef>
                <a:spcPts val="1200"/>
              </a:spcBef>
              <a:buSzPct val="100000"/>
              <a:buFont typeface="Arial" panose="020B0604020202020204" pitchFamily="34" charset="0"/>
              <a:buChar char="•"/>
              <a:defRPr sz="2000" kern="1200">
                <a:solidFill>
                  <a:schemeClr val="bg1"/>
                </a:solidFill>
                <a:latin typeface="Verdana" panose="020B0604030504040204" pitchFamily="34" charset="0"/>
                <a:ea typeface="+mn-ea"/>
                <a:cs typeface="+mn-cs"/>
              </a:defRPr>
            </a:lvl4pPr>
            <a:lvl5pPr marL="1260000" indent="-252000" algn="l" defTabSz="914400" rtl="0" eaLnBrk="1" latinLnBrk="0" hangingPunct="1">
              <a:lnSpc>
                <a:spcPct val="111000"/>
              </a:lnSpc>
              <a:spcBef>
                <a:spcPts val="1200"/>
              </a:spcBef>
              <a:buSzPct val="100000"/>
              <a:buFont typeface="Arial" panose="020B0604020202020204" pitchFamily="34" charset="0"/>
              <a:buChar char="•"/>
              <a:defRPr sz="2000" kern="1200">
                <a:solidFill>
                  <a:schemeClr val="bg1"/>
                </a:solidFill>
                <a:latin typeface="Verdana" panose="020B0604030504040204" pitchFamily="34" charset="0"/>
                <a:ea typeface="+mn-ea"/>
                <a:cs typeface="+mn-cs"/>
              </a:defRPr>
            </a:lvl5pPr>
            <a:lvl6pPr marL="1296000" indent="-216000" algn="l" defTabSz="914400" rtl="0" eaLnBrk="1" latinLnBrk="0" hangingPunct="1">
              <a:lnSpc>
                <a:spcPct val="110000"/>
              </a:lnSpc>
              <a:spcBef>
                <a:spcPts val="800"/>
              </a:spcBef>
              <a:buSzPct val="100000"/>
              <a:buFont typeface="Verdana" panose="020B0604030504040204" pitchFamily="34" charset="0"/>
              <a:buChar char="–"/>
              <a:defRPr sz="1400" kern="1200">
                <a:solidFill>
                  <a:schemeClr val="tx1"/>
                </a:solidFill>
                <a:latin typeface="Verdana" panose="020B0604030504040204" pitchFamily="34" charset="0"/>
                <a:ea typeface="+mn-ea"/>
                <a:cs typeface="+mn-cs"/>
              </a:defRPr>
            </a:lvl6pPr>
            <a:lvl7pPr marL="1512000" indent="-216000" algn="l" defTabSz="914400" rtl="0" eaLnBrk="1" latinLnBrk="0" hangingPunct="1">
              <a:lnSpc>
                <a:spcPct val="110000"/>
              </a:lnSpc>
              <a:spcBef>
                <a:spcPts val="800"/>
              </a:spcBef>
              <a:buSzPct val="100000"/>
              <a:buFont typeface="Verdana" panose="020B0604030504040204" pitchFamily="34" charset="0"/>
              <a:buChar char="–"/>
              <a:defRPr sz="1400" kern="1200">
                <a:solidFill>
                  <a:schemeClr val="tx1"/>
                </a:solidFill>
                <a:latin typeface="Verdana" panose="020B0604030504040204" pitchFamily="34" charset="0"/>
                <a:ea typeface="+mn-ea"/>
                <a:cs typeface="+mn-cs"/>
              </a:defRPr>
            </a:lvl7pPr>
            <a:lvl8pPr marL="1728000" indent="-216000" algn="l" defTabSz="914400" rtl="0" eaLnBrk="1" latinLnBrk="0" hangingPunct="1">
              <a:lnSpc>
                <a:spcPct val="110000"/>
              </a:lnSpc>
              <a:spcBef>
                <a:spcPts val="800"/>
              </a:spcBef>
              <a:buSzPct val="100000"/>
              <a:buFont typeface="Verdana" panose="020B0604030504040204" pitchFamily="34" charset="0"/>
              <a:buChar char="–"/>
              <a:defRPr sz="1400" kern="1200">
                <a:solidFill>
                  <a:schemeClr val="tx1"/>
                </a:solidFill>
                <a:latin typeface="Verdana" panose="020B0604030504040204" pitchFamily="34" charset="0"/>
                <a:ea typeface="+mn-ea"/>
                <a:cs typeface="+mn-cs"/>
              </a:defRPr>
            </a:lvl8pPr>
            <a:lvl9pPr marL="1944000" indent="-216000" algn="l" defTabSz="914400" rtl="0" eaLnBrk="1" latinLnBrk="0" hangingPunct="1">
              <a:lnSpc>
                <a:spcPct val="110000"/>
              </a:lnSpc>
              <a:spcBef>
                <a:spcPts val="800"/>
              </a:spcBef>
              <a:buSzPct val="100000"/>
              <a:buFont typeface="Verdana" panose="020B0604030504040204" pitchFamily="34" charset="0"/>
              <a:buChar char="–"/>
              <a:defRPr sz="1400" kern="1200">
                <a:solidFill>
                  <a:schemeClr val="tx1"/>
                </a:solidFill>
                <a:latin typeface="Verdana" panose="020B0604030504040204" pitchFamily="34" charset="0"/>
                <a:ea typeface="+mn-ea"/>
                <a:cs typeface="+mn-cs"/>
              </a:defRPr>
            </a:lvl9pPr>
          </a:lstStyle>
          <a:p>
            <a:pPr marL="0" indent="0">
              <a:buNone/>
            </a:pPr>
            <a:r>
              <a:rPr lang="en-GB" sz="1400" b="1" noProof="1"/>
              <a:t>For vaccination administration events</a:t>
            </a:r>
          </a:p>
          <a:p>
            <a:r>
              <a:rPr lang="en-GB" sz="1400" noProof="1"/>
              <a:t>openEHR-EHR-COMPOSITION.encounter.v1</a:t>
            </a:r>
          </a:p>
          <a:p>
            <a:r>
              <a:rPr lang="en-GB" sz="1400" noProof="1"/>
              <a:t>openEHR-EHR-ACTION.medication.v1 (as used in IPS)</a:t>
            </a:r>
          </a:p>
          <a:p>
            <a:r>
              <a:rPr lang="en-GB" sz="1400" noProof="1"/>
              <a:t>openEHR-EHR-CLUSTER.medication.v2</a:t>
            </a:r>
          </a:p>
          <a:p>
            <a:r>
              <a:rPr lang="en-GB" sz="1400" noProof="1"/>
              <a:t>openEHR-EHR-CLUSTER.dosage.v2</a:t>
            </a:r>
          </a:p>
          <a:p>
            <a:r>
              <a:rPr lang="en-GB" sz="1400" noProof="1"/>
              <a:t>openEHR-EHR-CLUSTER.adverse_reaction_event.v1</a:t>
            </a:r>
          </a:p>
          <a:p>
            <a:r>
              <a:rPr lang="en-GB" sz="1400" noProof="1"/>
              <a:t>Local: openEHR-EHR-CLUSTER.ch_vacd_immunization_protocol.v0</a:t>
            </a:r>
          </a:p>
          <a:p>
            <a:r>
              <a:rPr lang="en-GB" sz="1400" noProof="1"/>
              <a:t>Local: openEHR-EHR-CLUSTER.ch_vacd_source_information.v0</a:t>
            </a:r>
          </a:p>
        </p:txBody>
      </p:sp>
      <p:sp>
        <p:nvSpPr>
          <p:cNvPr id="9" name="Inhaltsplatzhalter 4">
            <a:extLst>
              <a:ext uri="{FF2B5EF4-FFF2-40B4-BE49-F238E27FC236}">
                <a16:creationId xmlns:a16="http://schemas.microsoft.com/office/drawing/2014/main" id="{0106223F-C4E0-2C43-662F-D1253692AE99}"/>
              </a:ext>
            </a:extLst>
          </p:cNvPr>
          <p:cNvSpPr txBox="1">
            <a:spLocks/>
          </p:cNvSpPr>
          <p:nvPr/>
        </p:nvSpPr>
        <p:spPr>
          <a:xfrm>
            <a:off x="5986575" y="1817784"/>
            <a:ext cx="5215743" cy="4209954"/>
          </a:xfrm>
          <a:prstGeom prst="rect">
            <a:avLst/>
          </a:prstGeom>
        </p:spPr>
        <p:txBody>
          <a:bodyPr vert="horz" lIns="0" tIns="0" rIns="0" bIns="0" rtlCol="0">
            <a:noAutofit/>
          </a:bodyPr>
          <a:lstStyle>
            <a:lvl1pPr marL="252000" indent="-252000" algn="l" defTabSz="914400" rtl="0" eaLnBrk="1" latinLnBrk="0" hangingPunct="1">
              <a:lnSpc>
                <a:spcPct val="111000"/>
              </a:lnSpc>
              <a:spcBef>
                <a:spcPts val="1200"/>
              </a:spcBef>
              <a:buSzPct val="100000"/>
              <a:buFont typeface="Arial" panose="020B0604020202020204" pitchFamily="34" charset="0"/>
              <a:buChar char="•"/>
              <a:defRPr sz="2000" kern="1200">
                <a:solidFill>
                  <a:schemeClr val="bg1"/>
                </a:solidFill>
                <a:latin typeface="Verdana" panose="020B0604030504040204" pitchFamily="34" charset="0"/>
                <a:ea typeface="+mn-ea"/>
                <a:cs typeface="+mn-cs"/>
              </a:defRPr>
            </a:lvl1pPr>
            <a:lvl2pPr marL="504000" indent="-252000" algn="l" defTabSz="914400" rtl="0" eaLnBrk="1" latinLnBrk="0" hangingPunct="1">
              <a:lnSpc>
                <a:spcPct val="111000"/>
              </a:lnSpc>
              <a:spcBef>
                <a:spcPts val="1200"/>
              </a:spcBef>
              <a:buSzPct val="100000"/>
              <a:buFont typeface="Arial" panose="020B0604020202020204" pitchFamily="34" charset="0"/>
              <a:buChar char="•"/>
              <a:defRPr sz="2000" kern="1200">
                <a:solidFill>
                  <a:schemeClr val="bg1"/>
                </a:solidFill>
                <a:latin typeface="Verdana" panose="020B0604030504040204" pitchFamily="34" charset="0"/>
                <a:ea typeface="+mn-ea"/>
                <a:cs typeface="+mn-cs"/>
              </a:defRPr>
            </a:lvl2pPr>
            <a:lvl3pPr marL="756000" indent="-252000" algn="l" defTabSz="914400" rtl="0" eaLnBrk="1" latinLnBrk="0" hangingPunct="1">
              <a:lnSpc>
                <a:spcPct val="111000"/>
              </a:lnSpc>
              <a:spcBef>
                <a:spcPts val="1200"/>
              </a:spcBef>
              <a:buSzPct val="100000"/>
              <a:buFont typeface="Arial" panose="020B0604020202020204" pitchFamily="34" charset="0"/>
              <a:buChar char="•"/>
              <a:defRPr sz="2000" kern="1200">
                <a:solidFill>
                  <a:schemeClr val="bg1"/>
                </a:solidFill>
                <a:latin typeface="Verdana" panose="020B0604030504040204" pitchFamily="34" charset="0"/>
                <a:ea typeface="+mn-ea"/>
                <a:cs typeface="+mn-cs"/>
              </a:defRPr>
            </a:lvl3pPr>
            <a:lvl4pPr marL="1008000" indent="-252000" algn="l" defTabSz="914400" rtl="0" eaLnBrk="1" latinLnBrk="0" hangingPunct="1">
              <a:lnSpc>
                <a:spcPct val="111000"/>
              </a:lnSpc>
              <a:spcBef>
                <a:spcPts val="1200"/>
              </a:spcBef>
              <a:buSzPct val="100000"/>
              <a:buFont typeface="Arial" panose="020B0604020202020204" pitchFamily="34" charset="0"/>
              <a:buChar char="•"/>
              <a:defRPr sz="2000" kern="1200">
                <a:solidFill>
                  <a:schemeClr val="bg1"/>
                </a:solidFill>
                <a:latin typeface="Verdana" panose="020B0604030504040204" pitchFamily="34" charset="0"/>
                <a:ea typeface="+mn-ea"/>
                <a:cs typeface="+mn-cs"/>
              </a:defRPr>
            </a:lvl4pPr>
            <a:lvl5pPr marL="1260000" indent="-252000" algn="l" defTabSz="914400" rtl="0" eaLnBrk="1" latinLnBrk="0" hangingPunct="1">
              <a:lnSpc>
                <a:spcPct val="111000"/>
              </a:lnSpc>
              <a:spcBef>
                <a:spcPts val="1200"/>
              </a:spcBef>
              <a:buSzPct val="100000"/>
              <a:buFont typeface="Arial" panose="020B0604020202020204" pitchFamily="34" charset="0"/>
              <a:buChar char="•"/>
              <a:defRPr sz="2000" kern="1200">
                <a:solidFill>
                  <a:schemeClr val="bg1"/>
                </a:solidFill>
                <a:latin typeface="Verdana" panose="020B0604030504040204" pitchFamily="34" charset="0"/>
                <a:ea typeface="+mn-ea"/>
                <a:cs typeface="+mn-cs"/>
              </a:defRPr>
            </a:lvl5pPr>
            <a:lvl6pPr marL="1296000" indent="-216000" algn="l" defTabSz="914400" rtl="0" eaLnBrk="1" latinLnBrk="0" hangingPunct="1">
              <a:lnSpc>
                <a:spcPct val="110000"/>
              </a:lnSpc>
              <a:spcBef>
                <a:spcPts val="800"/>
              </a:spcBef>
              <a:buSzPct val="100000"/>
              <a:buFont typeface="Verdana" panose="020B0604030504040204" pitchFamily="34" charset="0"/>
              <a:buChar char="–"/>
              <a:defRPr sz="1400" kern="1200">
                <a:solidFill>
                  <a:schemeClr val="tx1"/>
                </a:solidFill>
                <a:latin typeface="Verdana" panose="020B0604030504040204" pitchFamily="34" charset="0"/>
                <a:ea typeface="+mn-ea"/>
                <a:cs typeface="+mn-cs"/>
              </a:defRPr>
            </a:lvl6pPr>
            <a:lvl7pPr marL="1512000" indent="-216000" algn="l" defTabSz="914400" rtl="0" eaLnBrk="1" latinLnBrk="0" hangingPunct="1">
              <a:lnSpc>
                <a:spcPct val="110000"/>
              </a:lnSpc>
              <a:spcBef>
                <a:spcPts val="800"/>
              </a:spcBef>
              <a:buSzPct val="100000"/>
              <a:buFont typeface="Verdana" panose="020B0604030504040204" pitchFamily="34" charset="0"/>
              <a:buChar char="–"/>
              <a:defRPr sz="1400" kern="1200">
                <a:solidFill>
                  <a:schemeClr val="tx1"/>
                </a:solidFill>
                <a:latin typeface="Verdana" panose="020B0604030504040204" pitchFamily="34" charset="0"/>
                <a:ea typeface="+mn-ea"/>
                <a:cs typeface="+mn-cs"/>
              </a:defRPr>
            </a:lvl7pPr>
            <a:lvl8pPr marL="1728000" indent="-216000" algn="l" defTabSz="914400" rtl="0" eaLnBrk="1" latinLnBrk="0" hangingPunct="1">
              <a:lnSpc>
                <a:spcPct val="110000"/>
              </a:lnSpc>
              <a:spcBef>
                <a:spcPts val="800"/>
              </a:spcBef>
              <a:buSzPct val="100000"/>
              <a:buFont typeface="Verdana" panose="020B0604030504040204" pitchFamily="34" charset="0"/>
              <a:buChar char="–"/>
              <a:defRPr sz="1400" kern="1200">
                <a:solidFill>
                  <a:schemeClr val="tx1"/>
                </a:solidFill>
                <a:latin typeface="Verdana" panose="020B0604030504040204" pitchFamily="34" charset="0"/>
                <a:ea typeface="+mn-ea"/>
                <a:cs typeface="+mn-cs"/>
              </a:defRPr>
            </a:lvl8pPr>
            <a:lvl9pPr marL="1944000" indent="-216000" algn="l" defTabSz="914400" rtl="0" eaLnBrk="1" latinLnBrk="0" hangingPunct="1">
              <a:lnSpc>
                <a:spcPct val="110000"/>
              </a:lnSpc>
              <a:spcBef>
                <a:spcPts val="800"/>
              </a:spcBef>
              <a:buSzPct val="100000"/>
              <a:buFont typeface="Verdana" panose="020B0604030504040204" pitchFamily="34" charset="0"/>
              <a:buChar char="–"/>
              <a:defRPr sz="1400" kern="1200">
                <a:solidFill>
                  <a:schemeClr val="tx1"/>
                </a:solidFill>
                <a:latin typeface="Verdana" panose="020B0604030504040204" pitchFamily="34" charset="0"/>
                <a:ea typeface="+mn-ea"/>
                <a:cs typeface="+mn-cs"/>
              </a:defRPr>
            </a:lvl9pPr>
          </a:lstStyle>
          <a:p>
            <a:pPr marL="0" indent="0">
              <a:buNone/>
            </a:pPr>
            <a:r>
              <a:rPr lang="en-GB" sz="1400" b="1" noProof="1"/>
              <a:t>For vaccination record</a:t>
            </a:r>
          </a:p>
          <a:p>
            <a:r>
              <a:rPr lang="en-GB" sz="1400" noProof="1"/>
              <a:t>COMPOSITION.vaccination_list.v0 (?)</a:t>
            </a:r>
          </a:p>
          <a:p>
            <a:r>
              <a:rPr lang="en-GB" sz="1400" noProof="1"/>
              <a:t>openEHR-EHR-ACTION.medication.v1 (as used in IPS)</a:t>
            </a:r>
          </a:p>
          <a:p>
            <a:r>
              <a:rPr lang="en-GB" sz="1400" noProof="1"/>
              <a:t>openEHR-EHR-CLUSTER.medication.v2</a:t>
            </a:r>
          </a:p>
          <a:p>
            <a:r>
              <a:rPr lang="en-GB" sz="1400" noProof="1"/>
              <a:t>openEHR-EHR-CLUSTER.dosage.v2</a:t>
            </a:r>
          </a:p>
          <a:p>
            <a:r>
              <a:rPr lang="en-GB" sz="1400" noProof="1"/>
              <a:t>openEHR-EHR-CLUSTER.adverse_reaction_event.v1</a:t>
            </a:r>
          </a:p>
          <a:p>
            <a:r>
              <a:rPr lang="en-GB" sz="1400" noProof="1"/>
              <a:t>Local: openEHR-EHR-CLUSTER.ch_vacd_immunization_protocol.v0</a:t>
            </a:r>
          </a:p>
          <a:p>
            <a:r>
              <a:rPr lang="en-GB" sz="1400" noProof="1"/>
              <a:t>Local: openEHR-EHR-CLUSTER.ch_vacd_source_information.v0</a:t>
            </a:r>
          </a:p>
        </p:txBody>
      </p:sp>
    </p:spTree>
    <p:extLst>
      <p:ext uri="{BB962C8B-B14F-4D97-AF65-F5344CB8AC3E}">
        <p14:creationId xmlns:p14="http://schemas.microsoft.com/office/powerpoint/2010/main" val="2181845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F3BC5-6523-B043-3DF1-13BB149F53E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FB9D119-933D-ACBF-F2FC-9E5EFF05CB75}"/>
              </a:ext>
            </a:extLst>
          </p:cNvPr>
          <p:cNvSpPr>
            <a:spLocks noGrp="1"/>
          </p:cNvSpPr>
          <p:nvPr>
            <p:ph type="title"/>
          </p:nvPr>
        </p:nvSpPr>
        <p:spPr/>
        <p:txBody>
          <a:bodyPr/>
          <a:lstStyle/>
          <a:p>
            <a:r>
              <a:rPr lang="en-GB" noProof="1"/>
              <a:t>Modelling the openEHR templates</a:t>
            </a:r>
          </a:p>
        </p:txBody>
      </p:sp>
      <p:sp>
        <p:nvSpPr>
          <p:cNvPr id="5" name="Rechteck 4">
            <a:extLst>
              <a:ext uri="{FF2B5EF4-FFF2-40B4-BE49-F238E27FC236}">
                <a16:creationId xmlns:a16="http://schemas.microsoft.com/office/drawing/2014/main" id="{24E307A2-0A76-6570-9D93-A81DA9DB09F8}"/>
              </a:ext>
            </a:extLst>
          </p:cNvPr>
          <p:cNvSpPr/>
          <p:nvPr/>
        </p:nvSpPr>
        <p:spPr bwMode="gray">
          <a:xfrm>
            <a:off x="2764971" y="3733800"/>
            <a:ext cx="6019800" cy="2262305"/>
          </a:xfrm>
          <a:prstGeom prst="rect">
            <a:avLst/>
          </a:prstGeom>
          <a:solidFill>
            <a:srgbClr val="2683C6">
              <a:lumMod val="20000"/>
              <a:lumOff val="80000"/>
            </a:srgbClr>
          </a:solidFill>
          <a:ln w="6350" cap="flat" cmpd="sng" algn="ctr">
            <a:noFill/>
            <a:prstDash val="solid"/>
            <a:miter lim="800000"/>
          </a:ln>
          <a:effectLst/>
        </p:spPr>
        <p:txBody>
          <a:bodyPr lIns="36000" rIns="36000" rtlCol="0" anchor="ctr"/>
          <a:lstStyle/>
          <a:p>
            <a:pPr marL="0" marR="0" lvl="0" indent="0" algn="ctr" defTabSz="914400" eaLnBrk="1" fontAlgn="auto" latinLnBrk="0" hangingPunct="1">
              <a:lnSpc>
                <a:spcPct val="110000"/>
              </a:lnSpc>
              <a:spcBef>
                <a:spcPts val="0"/>
              </a:spcBef>
              <a:spcAft>
                <a:spcPts val="0"/>
              </a:spcAft>
              <a:buClrTx/>
              <a:buSzTx/>
              <a:buFontTx/>
              <a:buNone/>
              <a:tabLst/>
              <a:defRPr/>
            </a:pPr>
            <a:endParaRPr kumimoji="0" lang="en-GB" sz="900" b="0" i="0" u="none" strike="noStrike" kern="0" cap="none" spc="0" normalizeH="0" baseline="0" noProof="1">
              <a:ln>
                <a:noFill/>
              </a:ln>
              <a:solidFill>
                <a:srgbClr val="002060"/>
              </a:solidFill>
              <a:effectLst/>
              <a:uLnTx/>
              <a:uFillTx/>
              <a:latin typeface="Arial" panose="020B0604020202020204"/>
              <a:ea typeface="+mn-ea"/>
              <a:cs typeface="+mn-cs"/>
            </a:endParaRPr>
          </a:p>
        </p:txBody>
      </p:sp>
      <p:sp>
        <p:nvSpPr>
          <p:cNvPr id="16" name="Rechteck 15">
            <a:extLst>
              <a:ext uri="{FF2B5EF4-FFF2-40B4-BE49-F238E27FC236}">
                <a16:creationId xmlns:a16="http://schemas.microsoft.com/office/drawing/2014/main" id="{49769C4E-BCC6-81C1-62D1-17BC76951C16}"/>
              </a:ext>
            </a:extLst>
          </p:cNvPr>
          <p:cNvSpPr/>
          <p:nvPr/>
        </p:nvSpPr>
        <p:spPr>
          <a:xfrm>
            <a:off x="2764970" y="3733800"/>
            <a:ext cx="6012000" cy="423340"/>
          </a:xfrm>
          <a:prstGeom prst="rect">
            <a:avLst/>
          </a:prstGeom>
          <a:solidFill>
            <a:srgbClr val="2683C6">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1">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7" name="Rechteck 16">
            <a:extLst>
              <a:ext uri="{FF2B5EF4-FFF2-40B4-BE49-F238E27FC236}">
                <a16:creationId xmlns:a16="http://schemas.microsoft.com/office/drawing/2014/main" id="{C18EBEF6-C699-9DCC-F80F-2BE058D43D39}"/>
              </a:ext>
            </a:extLst>
          </p:cNvPr>
          <p:cNvSpPr/>
          <p:nvPr/>
        </p:nvSpPr>
        <p:spPr bwMode="gray">
          <a:xfrm>
            <a:off x="2764970" y="1697854"/>
            <a:ext cx="2307771" cy="599404"/>
          </a:xfrm>
          <a:prstGeom prst="rect">
            <a:avLst/>
          </a:prstGeom>
          <a:solidFill>
            <a:srgbClr val="3494BA">
              <a:lumMod val="60000"/>
              <a:lumOff val="40000"/>
            </a:srgbClr>
          </a:solidFill>
          <a:ln w="6350" cap="flat" cmpd="sng" algn="ctr">
            <a:noFill/>
            <a:prstDash val="solid"/>
            <a:miter lim="800000"/>
          </a:ln>
          <a:effectLst/>
        </p:spPr>
        <p:txBody>
          <a:bodyPr lIns="36000" rIns="36000" rtlCol="0" anchor="ctr"/>
          <a:lstStyle/>
          <a:p>
            <a:pPr marL="0" marR="0" lvl="0" indent="0" algn="ctr" defTabSz="914400" eaLnBrk="1" fontAlgn="auto" latinLnBrk="0" hangingPunct="1">
              <a:lnSpc>
                <a:spcPct val="110000"/>
              </a:lnSpc>
              <a:spcBef>
                <a:spcPts val="0"/>
              </a:spcBef>
              <a:spcAft>
                <a:spcPts val="0"/>
              </a:spcAft>
              <a:buClrTx/>
              <a:buSzTx/>
              <a:buFontTx/>
              <a:buNone/>
              <a:tabLst/>
              <a:defRPr/>
            </a:pPr>
            <a:r>
              <a:rPr kumimoji="0" lang="en-GB" sz="1400" b="0" i="0" u="none" strike="noStrike" kern="0" cap="none" spc="0" normalizeH="0" baseline="0" noProof="1">
                <a:ln>
                  <a:noFill/>
                </a:ln>
                <a:solidFill>
                  <a:prstClr val="white"/>
                </a:solidFill>
                <a:effectLst/>
                <a:uLnTx/>
                <a:uFillTx/>
                <a:latin typeface="Arial" panose="020B0604020202020204" pitchFamily="34" charset="0"/>
                <a:ea typeface="+mn-ea"/>
                <a:cs typeface="Arial" panose="020B0604020202020204" pitchFamily="34" charset="0"/>
              </a:rPr>
              <a:t>Documentation of an administered vaccination </a:t>
            </a:r>
          </a:p>
        </p:txBody>
      </p:sp>
      <p:cxnSp>
        <p:nvCxnSpPr>
          <p:cNvPr id="18" name="Gerade Verbindung mit Pfeil 17">
            <a:extLst>
              <a:ext uri="{FF2B5EF4-FFF2-40B4-BE49-F238E27FC236}">
                <a16:creationId xmlns:a16="http://schemas.microsoft.com/office/drawing/2014/main" id="{CBC0A20E-C61F-BB80-9676-D7B8AC845019}"/>
              </a:ext>
            </a:extLst>
          </p:cNvPr>
          <p:cNvCxnSpPr>
            <a:cxnSpLocks/>
          </p:cNvCxnSpPr>
          <p:nvPr/>
        </p:nvCxnSpPr>
        <p:spPr>
          <a:xfrm>
            <a:off x="3906196" y="2319188"/>
            <a:ext cx="0" cy="1414612"/>
          </a:xfrm>
          <a:prstGeom prst="straightConnector1">
            <a:avLst/>
          </a:prstGeom>
          <a:noFill/>
          <a:ln w="22225" cap="flat" cmpd="sng" algn="ctr">
            <a:solidFill>
              <a:srgbClr val="3494BA"/>
            </a:solidFill>
            <a:prstDash val="solid"/>
            <a:miter lim="800000"/>
            <a:tailEnd type="triangle"/>
          </a:ln>
          <a:effectLst/>
        </p:spPr>
      </p:cxnSp>
      <p:sp>
        <p:nvSpPr>
          <p:cNvPr id="21" name="Rechteck 20">
            <a:extLst>
              <a:ext uri="{FF2B5EF4-FFF2-40B4-BE49-F238E27FC236}">
                <a16:creationId xmlns:a16="http://schemas.microsoft.com/office/drawing/2014/main" id="{BD36E2EB-15B2-B7AB-4FED-3401877C2F93}"/>
              </a:ext>
            </a:extLst>
          </p:cNvPr>
          <p:cNvSpPr/>
          <p:nvPr/>
        </p:nvSpPr>
        <p:spPr bwMode="gray">
          <a:xfrm>
            <a:off x="6469199" y="1697854"/>
            <a:ext cx="2307771" cy="599404"/>
          </a:xfrm>
          <a:prstGeom prst="rect">
            <a:avLst/>
          </a:prstGeom>
          <a:solidFill>
            <a:srgbClr val="3494BA">
              <a:lumMod val="60000"/>
              <a:lumOff val="40000"/>
            </a:srgbClr>
          </a:solidFill>
          <a:ln w="6350" cap="flat" cmpd="sng" algn="ctr">
            <a:noFill/>
            <a:prstDash val="solid"/>
            <a:miter lim="800000"/>
          </a:ln>
          <a:effectLst/>
        </p:spPr>
        <p:txBody>
          <a:bodyPr lIns="36000" rIns="36000" rtlCol="0" anchor="ctr"/>
          <a:lstStyle/>
          <a:p>
            <a:pPr marL="0" marR="0" lvl="0" indent="0" algn="ctr" defTabSz="914400" eaLnBrk="1" fontAlgn="auto" latinLnBrk="0" hangingPunct="1">
              <a:lnSpc>
                <a:spcPct val="110000"/>
              </a:lnSpc>
              <a:spcBef>
                <a:spcPts val="0"/>
              </a:spcBef>
              <a:spcAft>
                <a:spcPts val="0"/>
              </a:spcAft>
              <a:buClrTx/>
              <a:buSzTx/>
              <a:buFontTx/>
              <a:buNone/>
              <a:tabLst/>
              <a:defRPr/>
            </a:pPr>
            <a:r>
              <a:rPr lang="en-GB" sz="1400" kern="0" noProof="1">
                <a:solidFill>
                  <a:prstClr val="white"/>
                </a:solidFill>
                <a:latin typeface="Arial" panose="020B0604020202020204" pitchFamily="34" charset="0"/>
                <a:cs typeface="Arial" panose="020B0604020202020204" pitchFamily="34" charset="0"/>
              </a:rPr>
              <a:t>View Vaccination Record</a:t>
            </a:r>
            <a:endParaRPr kumimoji="0" lang="en-GB" sz="1400" b="0" i="0" u="none" strike="noStrike" kern="0" cap="none" spc="0" normalizeH="0" baseline="0" noProof="1">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22" name="Gerade Verbindung mit Pfeil 21">
            <a:extLst>
              <a:ext uri="{FF2B5EF4-FFF2-40B4-BE49-F238E27FC236}">
                <a16:creationId xmlns:a16="http://schemas.microsoft.com/office/drawing/2014/main" id="{9DB6F020-7C32-8F61-9133-4A07238F7239}"/>
              </a:ext>
            </a:extLst>
          </p:cNvPr>
          <p:cNvCxnSpPr>
            <a:cxnSpLocks/>
            <a:endCxn id="21" idx="2"/>
          </p:cNvCxnSpPr>
          <p:nvPr/>
        </p:nvCxnSpPr>
        <p:spPr>
          <a:xfrm flipV="1">
            <a:off x="7623085" y="2297258"/>
            <a:ext cx="0" cy="1436542"/>
          </a:xfrm>
          <a:prstGeom prst="straightConnector1">
            <a:avLst/>
          </a:prstGeom>
          <a:noFill/>
          <a:ln w="22225" cap="flat" cmpd="sng" algn="ctr">
            <a:solidFill>
              <a:srgbClr val="3494BA"/>
            </a:solidFill>
            <a:prstDash val="solid"/>
            <a:miter lim="800000"/>
            <a:tailEnd type="triangle"/>
          </a:ln>
          <a:effectLst/>
        </p:spPr>
      </p:cxnSp>
      <p:sp>
        <p:nvSpPr>
          <p:cNvPr id="26" name="Textfeld 25">
            <a:extLst>
              <a:ext uri="{FF2B5EF4-FFF2-40B4-BE49-F238E27FC236}">
                <a16:creationId xmlns:a16="http://schemas.microsoft.com/office/drawing/2014/main" id="{37261FAF-67E8-84FA-D886-26C9F9A4685D}"/>
              </a:ext>
            </a:extLst>
          </p:cNvPr>
          <p:cNvSpPr txBox="1"/>
          <p:nvPr/>
        </p:nvSpPr>
        <p:spPr>
          <a:xfrm>
            <a:off x="6270170" y="2751144"/>
            <a:ext cx="1340745" cy="553998"/>
          </a:xfrm>
          <a:prstGeom prst="rect">
            <a:avLst/>
          </a:prstGeom>
          <a:noFill/>
        </p:spPr>
        <p:txBody>
          <a:bodyPr wrap="square">
            <a:spAutoFit/>
          </a:bodyPr>
          <a:lstStyle/>
          <a:p>
            <a:pPr algn="r"/>
            <a:r>
              <a:rPr lang="en-GB" sz="1000" noProof="1">
                <a:solidFill>
                  <a:schemeClr val="bg1"/>
                </a:solidFill>
              </a:rPr>
              <a:t>CH VACD Vaccination</a:t>
            </a:r>
          </a:p>
          <a:p>
            <a:pPr algn="r"/>
            <a:r>
              <a:rPr lang="en-GB" sz="1000" noProof="1">
                <a:solidFill>
                  <a:schemeClr val="bg1"/>
                </a:solidFill>
              </a:rPr>
              <a:t>Record</a:t>
            </a:r>
          </a:p>
        </p:txBody>
      </p:sp>
      <p:sp>
        <p:nvSpPr>
          <p:cNvPr id="28" name="Textfeld 27">
            <a:extLst>
              <a:ext uri="{FF2B5EF4-FFF2-40B4-BE49-F238E27FC236}">
                <a16:creationId xmlns:a16="http://schemas.microsoft.com/office/drawing/2014/main" id="{D372CA41-AFD2-FC9A-6826-09E602DFD4CE}"/>
              </a:ext>
            </a:extLst>
          </p:cNvPr>
          <p:cNvSpPr txBox="1"/>
          <p:nvPr/>
        </p:nvSpPr>
        <p:spPr>
          <a:xfrm>
            <a:off x="3915208" y="2751144"/>
            <a:ext cx="1647394" cy="707886"/>
          </a:xfrm>
          <a:prstGeom prst="rect">
            <a:avLst/>
          </a:prstGeom>
          <a:noFill/>
        </p:spPr>
        <p:txBody>
          <a:bodyPr wrap="square">
            <a:spAutoFit/>
          </a:bodyPr>
          <a:lstStyle/>
          <a:p>
            <a:pPr algn="l">
              <a:buNone/>
            </a:pPr>
            <a:r>
              <a:rPr lang="en-GB" sz="1000" b="0" i="0" noProof="1">
                <a:solidFill>
                  <a:schemeClr val="bg1"/>
                </a:solidFill>
                <a:effectLst/>
              </a:rPr>
              <a:t>CH VACD Immunization </a:t>
            </a:r>
          </a:p>
          <a:p>
            <a:pPr algn="l">
              <a:buNone/>
            </a:pPr>
            <a:r>
              <a:rPr lang="en-GB" sz="1000" b="0" i="0" noProof="1">
                <a:solidFill>
                  <a:schemeClr val="bg1"/>
                </a:solidFill>
                <a:effectLst/>
              </a:rPr>
              <a:t>Administration Document</a:t>
            </a:r>
          </a:p>
        </p:txBody>
      </p:sp>
      <p:pic>
        <p:nvPicPr>
          <p:cNvPr id="29" name="Grafik 28" descr="HL7 FHIR – mobile Kommunikation und mehr – HL7 Deutschland">
            <a:extLst>
              <a:ext uri="{FF2B5EF4-FFF2-40B4-BE49-F238E27FC236}">
                <a16:creationId xmlns:a16="http://schemas.microsoft.com/office/drawing/2014/main" id="{C6AC91B6-83B8-8531-D552-866B6B867F66}"/>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007539" y="2571219"/>
            <a:ext cx="746844" cy="180000"/>
          </a:xfrm>
          <a:prstGeom prst="rect">
            <a:avLst/>
          </a:prstGeom>
        </p:spPr>
      </p:pic>
      <p:pic>
        <p:nvPicPr>
          <p:cNvPr id="30" name="Grafik 29" descr="HL7 FHIR – mobile Kommunikation und mehr – HL7 Deutschland">
            <a:extLst>
              <a:ext uri="{FF2B5EF4-FFF2-40B4-BE49-F238E27FC236}">
                <a16:creationId xmlns:a16="http://schemas.microsoft.com/office/drawing/2014/main" id="{B2BF4583-3111-33F4-C0E6-367ABA1B5223}"/>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778823" y="2571219"/>
            <a:ext cx="746844" cy="180000"/>
          </a:xfrm>
          <a:prstGeom prst="rect">
            <a:avLst/>
          </a:prstGeom>
        </p:spPr>
      </p:pic>
      <p:sp>
        <p:nvSpPr>
          <p:cNvPr id="19" name="Textfeld 18">
            <a:extLst>
              <a:ext uri="{FF2B5EF4-FFF2-40B4-BE49-F238E27FC236}">
                <a16:creationId xmlns:a16="http://schemas.microsoft.com/office/drawing/2014/main" id="{19F70A86-1C2A-EB79-13A6-0862EA2D618F}"/>
              </a:ext>
            </a:extLst>
          </p:cNvPr>
          <p:cNvSpPr txBox="1"/>
          <p:nvPr/>
        </p:nvSpPr>
        <p:spPr>
          <a:xfrm>
            <a:off x="3262124" y="1327730"/>
            <a:ext cx="1306168" cy="307777"/>
          </a:xfrm>
          <a:prstGeom prst="rect">
            <a:avLst/>
          </a:prstGeom>
          <a:noFill/>
        </p:spPr>
        <p:txBody>
          <a:bodyPr wrap="square" rtlCol="0">
            <a:spAutoFit/>
          </a:bodyPr>
          <a:lstStyle/>
          <a:p>
            <a:pPr algn="ctr"/>
            <a:r>
              <a:rPr lang="en-GB" sz="1400" noProof="1">
                <a:solidFill>
                  <a:schemeClr val="bg1"/>
                </a:solidFill>
                <a:latin typeface="Arial" panose="020B0604020202020204" pitchFamily="34" charset="0"/>
                <a:cs typeface="Arial" panose="020B0604020202020204" pitchFamily="34" charset="0"/>
              </a:rPr>
              <a:t>Data producer</a:t>
            </a:r>
          </a:p>
        </p:txBody>
      </p:sp>
      <p:sp>
        <p:nvSpPr>
          <p:cNvPr id="20" name="Textfeld 19">
            <a:extLst>
              <a:ext uri="{FF2B5EF4-FFF2-40B4-BE49-F238E27FC236}">
                <a16:creationId xmlns:a16="http://schemas.microsoft.com/office/drawing/2014/main" id="{B7B05044-D8EB-4A76-E604-14D310990D6A}"/>
              </a:ext>
            </a:extLst>
          </p:cNvPr>
          <p:cNvSpPr txBox="1"/>
          <p:nvPr/>
        </p:nvSpPr>
        <p:spPr>
          <a:xfrm>
            <a:off x="6792897" y="1312534"/>
            <a:ext cx="1642931" cy="307777"/>
          </a:xfrm>
          <a:prstGeom prst="rect">
            <a:avLst/>
          </a:prstGeom>
          <a:noFill/>
        </p:spPr>
        <p:txBody>
          <a:bodyPr wrap="square" rtlCol="0">
            <a:spAutoFit/>
          </a:bodyPr>
          <a:lstStyle/>
          <a:p>
            <a:pPr algn="ctr"/>
            <a:r>
              <a:rPr lang="en-GB" sz="1400" noProof="1">
                <a:solidFill>
                  <a:schemeClr val="bg1"/>
                </a:solidFill>
                <a:latin typeface="Arial" panose="020B0604020202020204" pitchFamily="34" charset="0"/>
                <a:cs typeface="Arial" panose="020B0604020202020204" pitchFamily="34" charset="0"/>
              </a:rPr>
              <a:t>Data Consumer</a:t>
            </a:r>
          </a:p>
        </p:txBody>
      </p:sp>
      <p:sp>
        <p:nvSpPr>
          <p:cNvPr id="3" name="Dokument 2">
            <a:extLst>
              <a:ext uri="{FF2B5EF4-FFF2-40B4-BE49-F238E27FC236}">
                <a16:creationId xmlns:a16="http://schemas.microsoft.com/office/drawing/2014/main" id="{76202E2A-9937-BCA6-7967-70151A37A0AF}"/>
              </a:ext>
            </a:extLst>
          </p:cNvPr>
          <p:cNvSpPr/>
          <p:nvPr/>
        </p:nvSpPr>
        <p:spPr>
          <a:xfrm>
            <a:off x="3438393" y="4431910"/>
            <a:ext cx="1129899" cy="1229450"/>
          </a:xfrm>
          <a:prstGeom prst="flowChartDocument">
            <a:avLst/>
          </a:prstGeom>
          <a:solidFill>
            <a:srgbClr val="FF861C"/>
          </a:solidFill>
          <a:ln w="6350">
            <a:solidFill>
              <a:srgbClr val="0036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noProof="1">
                <a:solidFill>
                  <a:schemeClr val="bg1"/>
                </a:solidFill>
                <a:latin typeface="Arial" panose="020B0604020202020204" pitchFamily="34" charset="0"/>
                <a:cs typeface="Arial" panose="020B0604020202020204" pitchFamily="34" charset="0"/>
              </a:rPr>
              <a:t>openEHR</a:t>
            </a:r>
          </a:p>
          <a:p>
            <a:pPr algn="ctr"/>
            <a:r>
              <a:rPr lang="en-GB" sz="1200" b="1" noProof="1">
                <a:solidFill>
                  <a:schemeClr val="bg1"/>
                </a:solidFill>
                <a:latin typeface="Arial" panose="020B0604020202020204" pitchFamily="34" charset="0"/>
                <a:cs typeface="Arial" panose="020B0604020202020204" pitchFamily="34" charset="0"/>
              </a:rPr>
              <a:t>Template</a:t>
            </a:r>
          </a:p>
          <a:p>
            <a:pPr algn="ctr"/>
            <a:r>
              <a:rPr lang="en-GB" sz="1200" noProof="1">
                <a:solidFill>
                  <a:schemeClr val="bg1"/>
                </a:solidFill>
                <a:latin typeface="Arial" panose="020B0604020202020204" pitchFamily="34" charset="0"/>
                <a:cs typeface="Arial" panose="020B0604020202020204" pitchFamily="34" charset="0"/>
              </a:rPr>
              <a:t>Action Vaccination Managment</a:t>
            </a:r>
          </a:p>
        </p:txBody>
      </p:sp>
      <p:sp>
        <p:nvSpPr>
          <p:cNvPr id="9" name="Dokument 8">
            <a:extLst>
              <a:ext uri="{FF2B5EF4-FFF2-40B4-BE49-F238E27FC236}">
                <a16:creationId xmlns:a16="http://schemas.microsoft.com/office/drawing/2014/main" id="{00C06204-815C-E6E7-3AE5-DB0F5DAA205E}"/>
              </a:ext>
            </a:extLst>
          </p:cNvPr>
          <p:cNvSpPr/>
          <p:nvPr/>
        </p:nvSpPr>
        <p:spPr>
          <a:xfrm>
            <a:off x="7045965" y="4431910"/>
            <a:ext cx="1129899" cy="1229450"/>
          </a:xfrm>
          <a:prstGeom prst="flowChartDocument">
            <a:avLst/>
          </a:prstGeom>
          <a:solidFill>
            <a:srgbClr val="FF861C"/>
          </a:solidFill>
          <a:ln w="6350">
            <a:solidFill>
              <a:srgbClr val="0036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noProof="1">
                <a:solidFill>
                  <a:schemeClr val="bg1"/>
                </a:solidFill>
                <a:latin typeface="Arial" panose="020B0604020202020204" pitchFamily="34" charset="0"/>
                <a:cs typeface="Arial" panose="020B0604020202020204" pitchFamily="34" charset="0"/>
              </a:rPr>
              <a:t>openEHR Template</a:t>
            </a:r>
          </a:p>
          <a:p>
            <a:pPr algn="ctr"/>
            <a:r>
              <a:rPr lang="en-GB" sz="1200" noProof="1">
                <a:solidFill>
                  <a:schemeClr val="bg1"/>
                </a:solidFill>
                <a:latin typeface="Arial" panose="020B0604020202020204" pitchFamily="34" charset="0"/>
                <a:cs typeface="Arial" panose="020B0604020202020204" pitchFamily="34" charset="0"/>
              </a:rPr>
              <a:t>Vaccination record</a:t>
            </a:r>
          </a:p>
        </p:txBody>
      </p:sp>
      <p:pic>
        <p:nvPicPr>
          <p:cNvPr id="10" name="Picture 2" descr="openehr.org">
            <a:extLst>
              <a:ext uri="{FF2B5EF4-FFF2-40B4-BE49-F238E27FC236}">
                <a16:creationId xmlns:a16="http://schemas.microsoft.com/office/drawing/2014/main" id="{7616CB31-4DFF-5BB7-B7CB-9C07DD54BD93}"/>
              </a:ext>
            </a:extLst>
          </p:cNvPr>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5360566" y="5749440"/>
            <a:ext cx="820808" cy="144000"/>
          </a:xfrm>
          <a:prstGeom prst="rect">
            <a:avLst/>
          </a:prstGeom>
          <a:noFill/>
          <a:extLst>
            <a:ext uri="{909E8E84-426E-40DD-AFC4-6F175D3DCCD1}">
              <a14:hiddenFill xmlns:a14="http://schemas.microsoft.com/office/drawing/2010/main">
                <a:solidFill>
                  <a:srgbClr val="FFFFFF"/>
                </a:solidFill>
              </a14:hiddenFill>
            </a:ext>
          </a:extLst>
        </p:spPr>
      </p:pic>
      <p:pic>
        <p:nvPicPr>
          <p:cNvPr id="11" name="Grafik 10">
            <a:extLst>
              <a:ext uri="{FF2B5EF4-FFF2-40B4-BE49-F238E27FC236}">
                <a16:creationId xmlns:a16="http://schemas.microsoft.com/office/drawing/2014/main" id="{03FBAEE4-61C2-0162-F751-DDE095BAA1E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7457921" y="3770454"/>
            <a:ext cx="324000" cy="324000"/>
          </a:xfrm>
          <a:prstGeom prst="rect">
            <a:avLst/>
          </a:prstGeom>
        </p:spPr>
      </p:pic>
      <p:pic>
        <p:nvPicPr>
          <p:cNvPr id="12" name="Grafik 11">
            <a:extLst>
              <a:ext uri="{FF2B5EF4-FFF2-40B4-BE49-F238E27FC236}">
                <a16:creationId xmlns:a16="http://schemas.microsoft.com/office/drawing/2014/main" id="{4E249317-901B-66C5-8BFA-B693A02EA46A}"/>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755951" y="3795529"/>
            <a:ext cx="324000" cy="324000"/>
          </a:xfrm>
          <a:prstGeom prst="rect">
            <a:avLst/>
          </a:prstGeom>
        </p:spPr>
      </p:pic>
    </p:spTree>
    <p:extLst>
      <p:ext uri="{BB962C8B-B14F-4D97-AF65-F5344CB8AC3E}">
        <p14:creationId xmlns:p14="http://schemas.microsoft.com/office/powerpoint/2010/main" val="479909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33FE9-05F9-5B56-357D-F6F117F69AF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1629F97-8A03-EFBF-5384-5830659192DB}"/>
              </a:ext>
            </a:extLst>
          </p:cNvPr>
          <p:cNvSpPr>
            <a:spLocks noGrp="1"/>
          </p:cNvSpPr>
          <p:nvPr>
            <p:ph type="title"/>
          </p:nvPr>
        </p:nvSpPr>
        <p:spPr/>
        <p:txBody>
          <a:bodyPr/>
          <a:lstStyle/>
          <a:p>
            <a:r>
              <a:rPr lang="en-GB" noProof="1"/>
              <a:t>Modelling the openEHR Compositions Logic</a:t>
            </a:r>
          </a:p>
        </p:txBody>
      </p:sp>
      <p:sp>
        <p:nvSpPr>
          <p:cNvPr id="5" name="Rechteck 4">
            <a:extLst>
              <a:ext uri="{FF2B5EF4-FFF2-40B4-BE49-F238E27FC236}">
                <a16:creationId xmlns:a16="http://schemas.microsoft.com/office/drawing/2014/main" id="{E59E204D-E40A-A023-21A9-82B574A84F5F}"/>
              </a:ext>
            </a:extLst>
          </p:cNvPr>
          <p:cNvSpPr/>
          <p:nvPr/>
        </p:nvSpPr>
        <p:spPr bwMode="gray">
          <a:xfrm>
            <a:off x="2764971" y="3733800"/>
            <a:ext cx="6019800" cy="2262305"/>
          </a:xfrm>
          <a:prstGeom prst="rect">
            <a:avLst/>
          </a:prstGeom>
          <a:solidFill>
            <a:srgbClr val="2683C6">
              <a:lumMod val="20000"/>
              <a:lumOff val="80000"/>
            </a:srgbClr>
          </a:solidFill>
          <a:ln w="6350" cap="flat" cmpd="sng" algn="ctr">
            <a:noFill/>
            <a:prstDash val="solid"/>
            <a:miter lim="800000"/>
          </a:ln>
          <a:effectLst/>
        </p:spPr>
        <p:txBody>
          <a:bodyPr lIns="36000" rIns="36000" rtlCol="0" anchor="ctr"/>
          <a:lstStyle/>
          <a:p>
            <a:pPr marL="0" marR="0" lvl="0" indent="0" algn="ctr" defTabSz="914400" eaLnBrk="1" fontAlgn="auto" latinLnBrk="0" hangingPunct="1">
              <a:lnSpc>
                <a:spcPct val="110000"/>
              </a:lnSpc>
              <a:spcBef>
                <a:spcPts val="0"/>
              </a:spcBef>
              <a:spcAft>
                <a:spcPts val="0"/>
              </a:spcAft>
              <a:buClrTx/>
              <a:buSzTx/>
              <a:buFontTx/>
              <a:buNone/>
              <a:tabLst/>
              <a:defRPr/>
            </a:pPr>
            <a:endParaRPr kumimoji="0" lang="en-GB" sz="900" b="0" i="0" u="none" strike="noStrike" kern="0" cap="none" spc="0" normalizeH="0" baseline="0" noProof="1">
              <a:ln>
                <a:noFill/>
              </a:ln>
              <a:solidFill>
                <a:srgbClr val="002060"/>
              </a:solidFill>
              <a:effectLst/>
              <a:uLnTx/>
              <a:uFillTx/>
              <a:latin typeface="Arial" panose="020B0604020202020204"/>
              <a:ea typeface="+mn-ea"/>
              <a:cs typeface="+mn-cs"/>
            </a:endParaRPr>
          </a:p>
        </p:txBody>
      </p:sp>
      <p:sp>
        <p:nvSpPr>
          <p:cNvPr id="16" name="Rechteck 15">
            <a:extLst>
              <a:ext uri="{FF2B5EF4-FFF2-40B4-BE49-F238E27FC236}">
                <a16:creationId xmlns:a16="http://schemas.microsoft.com/office/drawing/2014/main" id="{BB550DA0-458A-770E-703D-08AD34874FE0}"/>
              </a:ext>
            </a:extLst>
          </p:cNvPr>
          <p:cNvSpPr/>
          <p:nvPr/>
        </p:nvSpPr>
        <p:spPr>
          <a:xfrm>
            <a:off x="2764970" y="3733800"/>
            <a:ext cx="6012000" cy="423340"/>
          </a:xfrm>
          <a:prstGeom prst="rect">
            <a:avLst/>
          </a:prstGeom>
          <a:solidFill>
            <a:srgbClr val="2683C6">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1">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7" name="Rechteck 16">
            <a:extLst>
              <a:ext uri="{FF2B5EF4-FFF2-40B4-BE49-F238E27FC236}">
                <a16:creationId xmlns:a16="http://schemas.microsoft.com/office/drawing/2014/main" id="{7A551CC8-1BA0-7783-3CC9-85621D5F4C24}"/>
              </a:ext>
            </a:extLst>
          </p:cNvPr>
          <p:cNvSpPr/>
          <p:nvPr/>
        </p:nvSpPr>
        <p:spPr bwMode="gray">
          <a:xfrm>
            <a:off x="2764970" y="1697854"/>
            <a:ext cx="2307771" cy="599404"/>
          </a:xfrm>
          <a:prstGeom prst="rect">
            <a:avLst/>
          </a:prstGeom>
          <a:solidFill>
            <a:srgbClr val="3494BA">
              <a:lumMod val="60000"/>
              <a:lumOff val="40000"/>
            </a:srgbClr>
          </a:solidFill>
          <a:ln w="6350" cap="flat" cmpd="sng" algn="ctr">
            <a:noFill/>
            <a:prstDash val="solid"/>
            <a:miter lim="800000"/>
          </a:ln>
          <a:effectLst/>
        </p:spPr>
        <p:txBody>
          <a:bodyPr lIns="36000" rIns="36000" rtlCol="0" anchor="ctr"/>
          <a:lstStyle/>
          <a:p>
            <a:pPr marL="0" marR="0" lvl="0" indent="0" algn="ctr" defTabSz="914400" eaLnBrk="1" fontAlgn="auto" latinLnBrk="0" hangingPunct="1">
              <a:lnSpc>
                <a:spcPct val="110000"/>
              </a:lnSpc>
              <a:spcBef>
                <a:spcPts val="0"/>
              </a:spcBef>
              <a:spcAft>
                <a:spcPts val="0"/>
              </a:spcAft>
              <a:buClrTx/>
              <a:buSzTx/>
              <a:buFontTx/>
              <a:buNone/>
              <a:tabLst/>
              <a:defRPr/>
            </a:pPr>
            <a:r>
              <a:rPr kumimoji="0" lang="en-GB" sz="1400" b="0" i="0" u="none" strike="noStrike" kern="0" cap="none" spc="0" normalizeH="0" baseline="0" noProof="1">
                <a:ln>
                  <a:noFill/>
                </a:ln>
                <a:solidFill>
                  <a:prstClr val="white"/>
                </a:solidFill>
                <a:effectLst/>
                <a:uLnTx/>
                <a:uFillTx/>
                <a:latin typeface="Arial" panose="020B0604020202020204" pitchFamily="34" charset="0"/>
                <a:ea typeface="+mn-ea"/>
                <a:cs typeface="Arial" panose="020B0604020202020204" pitchFamily="34" charset="0"/>
              </a:rPr>
              <a:t>Documentation of an administered vaccination </a:t>
            </a:r>
          </a:p>
        </p:txBody>
      </p:sp>
      <p:cxnSp>
        <p:nvCxnSpPr>
          <p:cNvPr id="18" name="Gerade Verbindung mit Pfeil 17">
            <a:extLst>
              <a:ext uri="{FF2B5EF4-FFF2-40B4-BE49-F238E27FC236}">
                <a16:creationId xmlns:a16="http://schemas.microsoft.com/office/drawing/2014/main" id="{8C314EE8-EF87-9F80-1E76-3CCF5F44322F}"/>
              </a:ext>
            </a:extLst>
          </p:cNvPr>
          <p:cNvCxnSpPr>
            <a:cxnSpLocks/>
          </p:cNvCxnSpPr>
          <p:nvPr/>
        </p:nvCxnSpPr>
        <p:spPr>
          <a:xfrm>
            <a:off x="3906196" y="2319188"/>
            <a:ext cx="0" cy="1414612"/>
          </a:xfrm>
          <a:prstGeom prst="straightConnector1">
            <a:avLst/>
          </a:prstGeom>
          <a:noFill/>
          <a:ln w="22225" cap="flat" cmpd="sng" algn="ctr">
            <a:solidFill>
              <a:srgbClr val="3494BA"/>
            </a:solidFill>
            <a:prstDash val="solid"/>
            <a:miter lim="800000"/>
            <a:tailEnd type="triangle"/>
          </a:ln>
          <a:effectLst/>
        </p:spPr>
      </p:cxnSp>
      <p:sp>
        <p:nvSpPr>
          <p:cNvPr id="21" name="Rechteck 20">
            <a:extLst>
              <a:ext uri="{FF2B5EF4-FFF2-40B4-BE49-F238E27FC236}">
                <a16:creationId xmlns:a16="http://schemas.microsoft.com/office/drawing/2014/main" id="{C5B1B27F-CEC1-40D1-D500-E92480FAB7A7}"/>
              </a:ext>
            </a:extLst>
          </p:cNvPr>
          <p:cNvSpPr/>
          <p:nvPr/>
        </p:nvSpPr>
        <p:spPr bwMode="gray">
          <a:xfrm>
            <a:off x="6469199" y="1697854"/>
            <a:ext cx="2307771" cy="599404"/>
          </a:xfrm>
          <a:prstGeom prst="rect">
            <a:avLst/>
          </a:prstGeom>
          <a:solidFill>
            <a:srgbClr val="3494BA">
              <a:lumMod val="60000"/>
              <a:lumOff val="40000"/>
            </a:srgbClr>
          </a:solidFill>
          <a:ln w="6350" cap="flat" cmpd="sng" algn="ctr">
            <a:noFill/>
            <a:prstDash val="solid"/>
            <a:miter lim="800000"/>
          </a:ln>
          <a:effectLst/>
        </p:spPr>
        <p:txBody>
          <a:bodyPr lIns="36000" rIns="36000" rtlCol="0" anchor="ctr"/>
          <a:lstStyle/>
          <a:p>
            <a:pPr marL="0" marR="0" lvl="0" indent="0" algn="ctr" defTabSz="914400" eaLnBrk="1" fontAlgn="auto" latinLnBrk="0" hangingPunct="1">
              <a:lnSpc>
                <a:spcPct val="110000"/>
              </a:lnSpc>
              <a:spcBef>
                <a:spcPts val="0"/>
              </a:spcBef>
              <a:spcAft>
                <a:spcPts val="0"/>
              </a:spcAft>
              <a:buClrTx/>
              <a:buSzTx/>
              <a:buFontTx/>
              <a:buNone/>
              <a:tabLst/>
              <a:defRPr/>
            </a:pPr>
            <a:r>
              <a:rPr lang="en-GB" sz="1400" kern="0" noProof="1">
                <a:solidFill>
                  <a:prstClr val="white"/>
                </a:solidFill>
                <a:latin typeface="Arial" panose="020B0604020202020204" pitchFamily="34" charset="0"/>
                <a:cs typeface="Arial" panose="020B0604020202020204" pitchFamily="34" charset="0"/>
              </a:rPr>
              <a:t>View Vaccination Record</a:t>
            </a:r>
            <a:endParaRPr kumimoji="0" lang="en-GB" sz="1400" b="0" i="0" u="none" strike="noStrike" kern="0" cap="none" spc="0" normalizeH="0" baseline="0" noProof="1">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22" name="Gerade Verbindung mit Pfeil 21">
            <a:extLst>
              <a:ext uri="{FF2B5EF4-FFF2-40B4-BE49-F238E27FC236}">
                <a16:creationId xmlns:a16="http://schemas.microsoft.com/office/drawing/2014/main" id="{189EFA30-E72D-AD44-C215-14057CFD5D23}"/>
              </a:ext>
            </a:extLst>
          </p:cNvPr>
          <p:cNvCxnSpPr>
            <a:cxnSpLocks/>
            <a:endCxn id="21" idx="2"/>
          </p:cNvCxnSpPr>
          <p:nvPr/>
        </p:nvCxnSpPr>
        <p:spPr>
          <a:xfrm flipV="1">
            <a:off x="7623085" y="2297258"/>
            <a:ext cx="0" cy="1436542"/>
          </a:xfrm>
          <a:prstGeom prst="straightConnector1">
            <a:avLst/>
          </a:prstGeom>
          <a:noFill/>
          <a:ln w="22225" cap="flat" cmpd="sng" algn="ctr">
            <a:solidFill>
              <a:srgbClr val="3494BA"/>
            </a:solidFill>
            <a:prstDash val="solid"/>
            <a:miter lim="800000"/>
            <a:tailEnd type="triangle"/>
          </a:ln>
          <a:effectLst/>
        </p:spPr>
      </p:cxnSp>
      <p:sp>
        <p:nvSpPr>
          <p:cNvPr id="26" name="Textfeld 25">
            <a:extLst>
              <a:ext uri="{FF2B5EF4-FFF2-40B4-BE49-F238E27FC236}">
                <a16:creationId xmlns:a16="http://schemas.microsoft.com/office/drawing/2014/main" id="{D3AD9A63-2799-30B6-7035-0E39BA2C5A60}"/>
              </a:ext>
            </a:extLst>
          </p:cNvPr>
          <p:cNvSpPr txBox="1"/>
          <p:nvPr/>
        </p:nvSpPr>
        <p:spPr>
          <a:xfrm>
            <a:off x="6270170" y="2751144"/>
            <a:ext cx="1340745" cy="553998"/>
          </a:xfrm>
          <a:prstGeom prst="rect">
            <a:avLst/>
          </a:prstGeom>
          <a:noFill/>
        </p:spPr>
        <p:txBody>
          <a:bodyPr wrap="square">
            <a:spAutoFit/>
          </a:bodyPr>
          <a:lstStyle/>
          <a:p>
            <a:pPr algn="r"/>
            <a:r>
              <a:rPr lang="en-GB" sz="1000" noProof="1">
                <a:solidFill>
                  <a:schemeClr val="bg1"/>
                </a:solidFill>
              </a:rPr>
              <a:t>CH VACD Vaccination</a:t>
            </a:r>
          </a:p>
          <a:p>
            <a:pPr algn="r"/>
            <a:r>
              <a:rPr lang="en-GB" sz="1000" noProof="1">
                <a:solidFill>
                  <a:schemeClr val="bg1"/>
                </a:solidFill>
              </a:rPr>
              <a:t>Record</a:t>
            </a:r>
          </a:p>
        </p:txBody>
      </p:sp>
      <p:sp>
        <p:nvSpPr>
          <p:cNvPr id="28" name="Textfeld 27">
            <a:extLst>
              <a:ext uri="{FF2B5EF4-FFF2-40B4-BE49-F238E27FC236}">
                <a16:creationId xmlns:a16="http://schemas.microsoft.com/office/drawing/2014/main" id="{72C74345-6914-666B-5C2A-ECD15AC3FBB9}"/>
              </a:ext>
            </a:extLst>
          </p:cNvPr>
          <p:cNvSpPr txBox="1"/>
          <p:nvPr/>
        </p:nvSpPr>
        <p:spPr>
          <a:xfrm>
            <a:off x="3915208" y="2751144"/>
            <a:ext cx="1647394" cy="707886"/>
          </a:xfrm>
          <a:prstGeom prst="rect">
            <a:avLst/>
          </a:prstGeom>
          <a:noFill/>
        </p:spPr>
        <p:txBody>
          <a:bodyPr wrap="square">
            <a:spAutoFit/>
          </a:bodyPr>
          <a:lstStyle/>
          <a:p>
            <a:pPr algn="l">
              <a:buNone/>
            </a:pPr>
            <a:r>
              <a:rPr lang="en-GB" sz="1000" b="0" i="0" noProof="1">
                <a:solidFill>
                  <a:schemeClr val="bg1"/>
                </a:solidFill>
                <a:effectLst/>
              </a:rPr>
              <a:t>CH VACD Immunization </a:t>
            </a:r>
          </a:p>
          <a:p>
            <a:pPr algn="l">
              <a:buNone/>
            </a:pPr>
            <a:r>
              <a:rPr lang="en-GB" sz="1000" b="0" i="0" noProof="1">
                <a:solidFill>
                  <a:schemeClr val="bg1"/>
                </a:solidFill>
                <a:effectLst/>
              </a:rPr>
              <a:t>Administration Document</a:t>
            </a:r>
          </a:p>
        </p:txBody>
      </p:sp>
      <p:pic>
        <p:nvPicPr>
          <p:cNvPr id="29" name="Grafik 28" descr="HL7 FHIR – mobile Kommunikation und mehr – HL7 Deutschland">
            <a:extLst>
              <a:ext uri="{FF2B5EF4-FFF2-40B4-BE49-F238E27FC236}">
                <a16:creationId xmlns:a16="http://schemas.microsoft.com/office/drawing/2014/main" id="{04C5AC76-8D50-587B-4748-AF71D526CC7D}"/>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007539" y="2571219"/>
            <a:ext cx="746844" cy="180000"/>
          </a:xfrm>
          <a:prstGeom prst="rect">
            <a:avLst/>
          </a:prstGeom>
        </p:spPr>
      </p:pic>
      <p:pic>
        <p:nvPicPr>
          <p:cNvPr id="30" name="Grafik 29" descr="HL7 FHIR – mobile Kommunikation und mehr – HL7 Deutschland">
            <a:extLst>
              <a:ext uri="{FF2B5EF4-FFF2-40B4-BE49-F238E27FC236}">
                <a16:creationId xmlns:a16="http://schemas.microsoft.com/office/drawing/2014/main" id="{23D64480-8C96-271F-2D23-6CAEBE28894A}"/>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778823" y="2571219"/>
            <a:ext cx="746844" cy="180000"/>
          </a:xfrm>
          <a:prstGeom prst="rect">
            <a:avLst/>
          </a:prstGeom>
        </p:spPr>
      </p:pic>
      <p:sp>
        <p:nvSpPr>
          <p:cNvPr id="19" name="Textfeld 18">
            <a:extLst>
              <a:ext uri="{FF2B5EF4-FFF2-40B4-BE49-F238E27FC236}">
                <a16:creationId xmlns:a16="http://schemas.microsoft.com/office/drawing/2014/main" id="{D33B29CE-D178-8F2F-2684-BA99C372E908}"/>
              </a:ext>
            </a:extLst>
          </p:cNvPr>
          <p:cNvSpPr txBox="1"/>
          <p:nvPr/>
        </p:nvSpPr>
        <p:spPr>
          <a:xfrm>
            <a:off x="3262124" y="1327730"/>
            <a:ext cx="1306168" cy="307777"/>
          </a:xfrm>
          <a:prstGeom prst="rect">
            <a:avLst/>
          </a:prstGeom>
          <a:noFill/>
        </p:spPr>
        <p:txBody>
          <a:bodyPr wrap="square" rtlCol="0">
            <a:spAutoFit/>
          </a:bodyPr>
          <a:lstStyle/>
          <a:p>
            <a:pPr algn="ctr"/>
            <a:r>
              <a:rPr lang="en-GB" sz="1400" noProof="1">
                <a:solidFill>
                  <a:schemeClr val="bg1"/>
                </a:solidFill>
                <a:latin typeface="Arial" panose="020B0604020202020204" pitchFamily="34" charset="0"/>
                <a:cs typeface="Arial" panose="020B0604020202020204" pitchFamily="34" charset="0"/>
              </a:rPr>
              <a:t>Data producer</a:t>
            </a:r>
          </a:p>
        </p:txBody>
      </p:sp>
      <p:sp>
        <p:nvSpPr>
          <p:cNvPr id="20" name="Textfeld 19">
            <a:extLst>
              <a:ext uri="{FF2B5EF4-FFF2-40B4-BE49-F238E27FC236}">
                <a16:creationId xmlns:a16="http://schemas.microsoft.com/office/drawing/2014/main" id="{472761A0-8358-AA7D-7499-4FCC22279792}"/>
              </a:ext>
            </a:extLst>
          </p:cNvPr>
          <p:cNvSpPr txBox="1"/>
          <p:nvPr/>
        </p:nvSpPr>
        <p:spPr>
          <a:xfrm>
            <a:off x="6792897" y="1312534"/>
            <a:ext cx="1642931" cy="307777"/>
          </a:xfrm>
          <a:prstGeom prst="rect">
            <a:avLst/>
          </a:prstGeom>
          <a:noFill/>
        </p:spPr>
        <p:txBody>
          <a:bodyPr wrap="square" rtlCol="0">
            <a:spAutoFit/>
          </a:bodyPr>
          <a:lstStyle/>
          <a:p>
            <a:pPr algn="ctr"/>
            <a:r>
              <a:rPr lang="en-GB" sz="1400" noProof="1">
                <a:solidFill>
                  <a:schemeClr val="bg1"/>
                </a:solidFill>
                <a:latin typeface="Arial" panose="020B0604020202020204" pitchFamily="34" charset="0"/>
                <a:cs typeface="Arial" panose="020B0604020202020204" pitchFamily="34" charset="0"/>
              </a:rPr>
              <a:t>Data Consumer</a:t>
            </a:r>
          </a:p>
        </p:txBody>
      </p:sp>
      <p:sp>
        <p:nvSpPr>
          <p:cNvPr id="9" name="Dokument 8">
            <a:extLst>
              <a:ext uri="{FF2B5EF4-FFF2-40B4-BE49-F238E27FC236}">
                <a16:creationId xmlns:a16="http://schemas.microsoft.com/office/drawing/2014/main" id="{CA4C0DA6-6443-64AC-E569-4A1FF72CFED0}"/>
              </a:ext>
            </a:extLst>
          </p:cNvPr>
          <p:cNvSpPr/>
          <p:nvPr/>
        </p:nvSpPr>
        <p:spPr>
          <a:xfrm>
            <a:off x="7045965" y="4431910"/>
            <a:ext cx="1129899" cy="1229450"/>
          </a:xfrm>
          <a:prstGeom prst="flowChartDocument">
            <a:avLst/>
          </a:prstGeom>
          <a:solidFill>
            <a:srgbClr val="FF861C"/>
          </a:solidFill>
          <a:ln w="6350">
            <a:solidFill>
              <a:srgbClr val="0036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noProof="1">
                <a:latin typeface="Arial" panose="020B0604020202020204" pitchFamily="34" charset="0"/>
                <a:cs typeface="Arial" panose="020B0604020202020204" pitchFamily="34" charset="0"/>
              </a:rPr>
              <a:t>openEHR Composition</a:t>
            </a:r>
          </a:p>
          <a:p>
            <a:pPr algn="ctr"/>
            <a:r>
              <a:rPr lang="en-GB" sz="1200" noProof="1">
                <a:latin typeface="Arial" panose="020B0604020202020204" pitchFamily="34" charset="0"/>
                <a:cs typeface="Arial" panose="020B0604020202020204" pitchFamily="34" charset="0"/>
              </a:rPr>
              <a:t>Evaluation Vaccination summary</a:t>
            </a:r>
          </a:p>
        </p:txBody>
      </p:sp>
      <p:pic>
        <p:nvPicPr>
          <p:cNvPr id="10" name="Picture 2" descr="openehr.org">
            <a:extLst>
              <a:ext uri="{FF2B5EF4-FFF2-40B4-BE49-F238E27FC236}">
                <a16:creationId xmlns:a16="http://schemas.microsoft.com/office/drawing/2014/main" id="{6145ED4C-B77C-757F-762B-43507F6E1E8B}"/>
              </a:ext>
            </a:extLst>
          </p:cNvPr>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5360566" y="5749440"/>
            <a:ext cx="820808" cy="144000"/>
          </a:xfrm>
          <a:prstGeom prst="rect">
            <a:avLst/>
          </a:prstGeom>
          <a:noFill/>
          <a:extLst>
            <a:ext uri="{909E8E84-426E-40DD-AFC4-6F175D3DCCD1}">
              <a14:hiddenFill xmlns:a14="http://schemas.microsoft.com/office/drawing/2010/main">
                <a:solidFill>
                  <a:srgbClr val="FFFFFF"/>
                </a:solidFill>
              </a14:hiddenFill>
            </a:ext>
          </a:extLst>
        </p:spPr>
      </p:pic>
      <p:pic>
        <p:nvPicPr>
          <p:cNvPr id="11" name="Grafik 10">
            <a:extLst>
              <a:ext uri="{FF2B5EF4-FFF2-40B4-BE49-F238E27FC236}">
                <a16:creationId xmlns:a16="http://schemas.microsoft.com/office/drawing/2014/main" id="{BE45E0FA-61B3-7972-91B0-C9034303D87F}"/>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7457921" y="3770454"/>
            <a:ext cx="324000" cy="324000"/>
          </a:xfrm>
          <a:prstGeom prst="rect">
            <a:avLst/>
          </a:prstGeom>
        </p:spPr>
      </p:pic>
      <p:pic>
        <p:nvPicPr>
          <p:cNvPr id="12" name="Grafik 11">
            <a:extLst>
              <a:ext uri="{FF2B5EF4-FFF2-40B4-BE49-F238E27FC236}">
                <a16:creationId xmlns:a16="http://schemas.microsoft.com/office/drawing/2014/main" id="{D06D4D39-5144-B726-80FE-A8A7DA0FA8B5}"/>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755951" y="3795529"/>
            <a:ext cx="324000" cy="324000"/>
          </a:xfrm>
          <a:prstGeom prst="rect">
            <a:avLst/>
          </a:prstGeom>
        </p:spPr>
      </p:pic>
      <p:sp>
        <p:nvSpPr>
          <p:cNvPr id="4" name="Dokument 3">
            <a:extLst>
              <a:ext uri="{FF2B5EF4-FFF2-40B4-BE49-F238E27FC236}">
                <a16:creationId xmlns:a16="http://schemas.microsoft.com/office/drawing/2014/main" id="{F03765CB-1C8F-1912-8842-DD0037BC1E89}"/>
              </a:ext>
            </a:extLst>
          </p:cNvPr>
          <p:cNvSpPr/>
          <p:nvPr/>
        </p:nvSpPr>
        <p:spPr>
          <a:xfrm>
            <a:off x="3817053" y="5389763"/>
            <a:ext cx="820809" cy="469436"/>
          </a:xfrm>
          <a:prstGeom prst="flowChartDocument">
            <a:avLst/>
          </a:prstGeom>
          <a:solidFill>
            <a:srgbClr val="FF861C"/>
          </a:solidFill>
          <a:ln w="6350">
            <a:solidFill>
              <a:srgbClr val="0036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900" noProof="1">
                <a:latin typeface="Arial" panose="020B0604020202020204" pitchFamily="34" charset="0"/>
                <a:cs typeface="Arial" panose="020B0604020202020204" pitchFamily="34" charset="0"/>
              </a:rPr>
              <a:t>Composition</a:t>
            </a:r>
          </a:p>
        </p:txBody>
      </p:sp>
      <p:sp>
        <p:nvSpPr>
          <p:cNvPr id="6" name="Dokument 5">
            <a:extLst>
              <a:ext uri="{FF2B5EF4-FFF2-40B4-BE49-F238E27FC236}">
                <a16:creationId xmlns:a16="http://schemas.microsoft.com/office/drawing/2014/main" id="{70F360BF-2311-C810-01A0-EFE220419A40}"/>
              </a:ext>
            </a:extLst>
          </p:cNvPr>
          <p:cNvSpPr/>
          <p:nvPr/>
        </p:nvSpPr>
        <p:spPr>
          <a:xfrm>
            <a:off x="3817053" y="4294045"/>
            <a:ext cx="820809" cy="469436"/>
          </a:xfrm>
          <a:prstGeom prst="flowChartDocument">
            <a:avLst/>
          </a:prstGeom>
          <a:solidFill>
            <a:srgbClr val="FF861C"/>
          </a:solidFill>
          <a:ln w="6350">
            <a:solidFill>
              <a:srgbClr val="0036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900" noProof="1">
                <a:latin typeface="Arial" panose="020B0604020202020204" pitchFamily="34" charset="0"/>
                <a:cs typeface="Arial" panose="020B0604020202020204" pitchFamily="34" charset="0"/>
              </a:rPr>
              <a:t>Composition</a:t>
            </a:r>
          </a:p>
        </p:txBody>
      </p:sp>
      <p:sp>
        <p:nvSpPr>
          <p:cNvPr id="7" name="Dokument 6">
            <a:extLst>
              <a:ext uri="{FF2B5EF4-FFF2-40B4-BE49-F238E27FC236}">
                <a16:creationId xmlns:a16="http://schemas.microsoft.com/office/drawing/2014/main" id="{ECDCCE8B-891B-16C6-6DBD-C870EC15FF88}"/>
              </a:ext>
            </a:extLst>
          </p:cNvPr>
          <p:cNvSpPr/>
          <p:nvPr/>
        </p:nvSpPr>
        <p:spPr>
          <a:xfrm>
            <a:off x="3817053" y="4841904"/>
            <a:ext cx="820809" cy="469436"/>
          </a:xfrm>
          <a:prstGeom prst="flowChartDocument">
            <a:avLst/>
          </a:prstGeom>
          <a:solidFill>
            <a:srgbClr val="FF861C"/>
          </a:solidFill>
          <a:ln w="6350">
            <a:solidFill>
              <a:srgbClr val="0036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900" noProof="1">
                <a:latin typeface="Arial" panose="020B0604020202020204" pitchFamily="34" charset="0"/>
                <a:cs typeface="Arial" panose="020B0604020202020204" pitchFamily="34" charset="0"/>
              </a:rPr>
              <a:t>Composition</a:t>
            </a:r>
          </a:p>
        </p:txBody>
      </p:sp>
      <p:sp>
        <p:nvSpPr>
          <p:cNvPr id="8" name="Textfeld 7">
            <a:extLst>
              <a:ext uri="{FF2B5EF4-FFF2-40B4-BE49-F238E27FC236}">
                <a16:creationId xmlns:a16="http://schemas.microsoft.com/office/drawing/2014/main" id="{F0B17AD7-358B-6F42-9A89-025CA17F2BE4}"/>
              </a:ext>
            </a:extLst>
          </p:cNvPr>
          <p:cNvSpPr txBox="1"/>
          <p:nvPr/>
        </p:nvSpPr>
        <p:spPr>
          <a:xfrm>
            <a:off x="2728924" y="4528763"/>
            <a:ext cx="1129898" cy="1169551"/>
          </a:xfrm>
          <a:prstGeom prst="rect">
            <a:avLst/>
          </a:prstGeom>
          <a:noFill/>
        </p:spPr>
        <p:txBody>
          <a:bodyPr wrap="square">
            <a:spAutoFit/>
          </a:bodyPr>
          <a:lstStyle/>
          <a:p>
            <a:pPr algn="ctr"/>
            <a:r>
              <a:rPr lang="en-GB" sz="1000" noProof="1">
                <a:solidFill>
                  <a:srgbClr val="00448E"/>
                </a:solidFill>
                <a:latin typeface="Arial" panose="020B0604020202020204" pitchFamily="34" charset="0"/>
                <a:cs typeface="Arial" panose="020B0604020202020204" pitchFamily="34" charset="0"/>
              </a:rPr>
              <a:t>1 Composition for every Immunization Administration Document</a:t>
            </a:r>
          </a:p>
          <a:p>
            <a:pPr algn="ctr"/>
            <a:endParaRPr lang="en-GB" sz="1000" noProof="1">
              <a:solidFill>
                <a:srgbClr val="00448E"/>
              </a:solidFill>
              <a:latin typeface="Arial" panose="020B0604020202020204" pitchFamily="34" charset="0"/>
              <a:cs typeface="Arial" panose="020B0604020202020204" pitchFamily="34" charset="0"/>
            </a:endParaRPr>
          </a:p>
          <a:p>
            <a:pPr algn="ctr"/>
            <a:r>
              <a:rPr lang="en-GB" sz="1000" noProof="1">
                <a:solidFill>
                  <a:srgbClr val="00448E"/>
                </a:solidFill>
                <a:latin typeface="Arial" panose="020B0604020202020204" pitchFamily="34" charset="0"/>
                <a:cs typeface="Arial" panose="020B0604020202020204" pitchFamily="34" charset="0"/>
              </a:rPr>
              <a:t>Source-of-truth</a:t>
            </a:r>
          </a:p>
        </p:txBody>
      </p:sp>
      <p:sp>
        <p:nvSpPr>
          <p:cNvPr id="13" name="Richtungspfeil 12">
            <a:extLst>
              <a:ext uri="{FF2B5EF4-FFF2-40B4-BE49-F238E27FC236}">
                <a16:creationId xmlns:a16="http://schemas.microsoft.com/office/drawing/2014/main" id="{A423FA9E-3207-0937-7D8E-9F4A8941865E}"/>
              </a:ext>
            </a:extLst>
          </p:cNvPr>
          <p:cNvSpPr/>
          <p:nvPr/>
        </p:nvSpPr>
        <p:spPr>
          <a:xfrm>
            <a:off x="5147423" y="4929276"/>
            <a:ext cx="1607439" cy="234718"/>
          </a:xfrm>
          <a:prstGeom prst="homePlat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4" name="Textfeld 13">
            <a:extLst>
              <a:ext uri="{FF2B5EF4-FFF2-40B4-BE49-F238E27FC236}">
                <a16:creationId xmlns:a16="http://schemas.microsoft.com/office/drawing/2014/main" id="{65F32560-A1F5-C4A9-E3EA-ACD978035635}"/>
              </a:ext>
            </a:extLst>
          </p:cNvPr>
          <p:cNvSpPr txBox="1"/>
          <p:nvPr/>
        </p:nvSpPr>
        <p:spPr>
          <a:xfrm>
            <a:off x="5144602" y="4668781"/>
            <a:ext cx="1505899" cy="246221"/>
          </a:xfrm>
          <a:prstGeom prst="rect">
            <a:avLst/>
          </a:prstGeom>
          <a:noFill/>
        </p:spPr>
        <p:txBody>
          <a:bodyPr wrap="square">
            <a:spAutoFit/>
          </a:bodyPr>
          <a:lstStyle/>
          <a:p>
            <a:pPr algn="ctr"/>
            <a:r>
              <a:rPr lang="en-GB" sz="1000" noProof="1">
                <a:solidFill>
                  <a:srgbClr val="00448E"/>
                </a:solidFill>
                <a:latin typeface="Arial" panose="020B0604020202020204" pitchFamily="34" charset="0"/>
                <a:cs typeface="Arial" panose="020B0604020202020204" pitchFamily="34" charset="0"/>
              </a:rPr>
              <a:t>Creating on request</a:t>
            </a:r>
          </a:p>
        </p:txBody>
      </p:sp>
      <p:sp>
        <p:nvSpPr>
          <p:cNvPr id="3" name="Textfeld 2">
            <a:extLst>
              <a:ext uri="{FF2B5EF4-FFF2-40B4-BE49-F238E27FC236}">
                <a16:creationId xmlns:a16="http://schemas.microsoft.com/office/drawing/2014/main" id="{8A658EFE-E469-AFB8-FBEC-B75E4120DDF0}"/>
              </a:ext>
            </a:extLst>
          </p:cNvPr>
          <p:cNvSpPr txBox="1"/>
          <p:nvPr/>
        </p:nvSpPr>
        <p:spPr>
          <a:xfrm>
            <a:off x="5144602" y="5200796"/>
            <a:ext cx="1505899" cy="246221"/>
          </a:xfrm>
          <a:prstGeom prst="rect">
            <a:avLst/>
          </a:prstGeom>
          <a:noFill/>
        </p:spPr>
        <p:txBody>
          <a:bodyPr wrap="square">
            <a:spAutoFit/>
          </a:bodyPr>
          <a:lstStyle/>
          <a:p>
            <a:pPr algn="ctr"/>
            <a:r>
              <a:rPr lang="en-GB" sz="1000" noProof="1">
                <a:solidFill>
                  <a:srgbClr val="00448E"/>
                </a:solidFill>
                <a:latin typeface="Arial" panose="020B0604020202020204" pitchFamily="34" charset="0"/>
                <a:cs typeface="Arial" panose="020B0604020202020204" pitchFamily="34" charset="0"/>
              </a:rPr>
              <a:t>Variante: on change</a:t>
            </a:r>
          </a:p>
        </p:txBody>
      </p:sp>
    </p:spTree>
    <p:extLst>
      <p:ext uri="{BB962C8B-B14F-4D97-AF65-F5344CB8AC3E}">
        <p14:creationId xmlns:p14="http://schemas.microsoft.com/office/powerpoint/2010/main" val="3510772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0C5BA-4C87-B488-1FA0-206FD5B5824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4376767-8273-CAFC-4D63-41A2D4D68EF2}"/>
              </a:ext>
            </a:extLst>
          </p:cNvPr>
          <p:cNvSpPr>
            <a:spLocks noGrp="1"/>
          </p:cNvSpPr>
          <p:nvPr>
            <p:ph type="title"/>
          </p:nvPr>
        </p:nvSpPr>
        <p:spPr/>
        <p:txBody>
          <a:bodyPr/>
          <a:lstStyle/>
          <a:p>
            <a:r>
              <a:rPr lang="de-CH" dirty="0" err="1"/>
              <a:t>Immunization</a:t>
            </a:r>
            <a:r>
              <a:rPr lang="de-CH" dirty="0"/>
              <a:t> Administration </a:t>
            </a:r>
            <a:r>
              <a:rPr lang="de-CH" dirty="0" err="1"/>
              <a:t>Document</a:t>
            </a:r>
            <a:br>
              <a:rPr lang="de-CH" dirty="0"/>
            </a:br>
            <a:r>
              <a:rPr lang="de-CH" dirty="0"/>
              <a:t>FHIR-</a:t>
            </a:r>
            <a:r>
              <a:rPr lang="de-CH" dirty="0" err="1"/>
              <a:t>to</a:t>
            </a:r>
            <a:r>
              <a:rPr lang="de-CH" dirty="0"/>
              <a:t>-</a:t>
            </a:r>
            <a:r>
              <a:rPr lang="de-CH" dirty="0" err="1"/>
              <a:t>openEHR</a:t>
            </a:r>
            <a:r>
              <a:rPr lang="de-CH" dirty="0"/>
              <a:t> </a:t>
            </a:r>
            <a:r>
              <a:rPr lang="de-CH" dirty="0" err="1"/>
              <a:t>transformation</a:t>
            </a:r>
            <a:r>
              <a:rPr lang="de-CH" dirty="0"/>
              <a:t> </a:t>
            </a:r>
            <a:r>
              <a:rPr lang="de-CH" dirty="0" err="1"/>
              <a:t>flow</a:t>
            </a:r>
            <a:endParaRPr lang="de-CH" dirty="0"/>
          </a:p>
        </p:txBody>
      </p:sp>
      <p:sp>
        <p:nvSpPr>
          <p:cNvPr id="4" name="Rechteck 3">
            <a:extLst>
              <a:ext uri="{FF2B5EF4-FFF2-40B4-BE49-F238E27FC236}">
                <a16:creationId xmlns:a16="http://schemas.microsoft.com/office/drawing/2014/main" id="{EEF1E32B-7559-034D-2FA6-56A6EF5D16C5}"/>
              </a:ext>
            </a:extLst>
          </p:cNvPr>
          <p:cNvSpPr/>
          <p:nvPr/>
        </p:nvSpPr>
        <p:spPr bwMode="gray">
          <a:xfrm>
            <a:off x="1698170" y="1872344"/>
            <a:ext cx="7761515" cy="4123762"/>
          </a:xfrm>
          <a:prstGeom prst="rect">
            <a:avLst/>
          </a:prstGeom>
          <a:solidFill>
            <a:srgbClr val="2683C6">
              <a:lumMod val="20000"/>
              <a:lumOff val="80000"/>
            </a:srgbClr>
          </a:solidFill>
          <a:ln w="6350" cap="flat" cmpd="sng" algn="ctr">
            <a:noFill/>
            <a:prstDash val="solid"/>
            <a:miter lim="800000"/>
          </a:ln>
          <a:effectLst/>
        </p:spPr>
        <p:txBody>
          <a:bodyPr lIns="36000" rIns="36000" rtlCol="0" anchor="ctr"/>
          <a:lstStyle/>
          <a:p>
            <a:pPr marL="0" marR="0" lvl="0" indent="0" algn="ctr" defTabSz="914400" eaLnBrk="1" fontAlgn="auto" latinLnBrk="0" hangingPunct="1">
              <a:lnSpc>
                <a:spcPct val="110000"/>
              </a:lnSpc>
              <a:spcBef>
                <a:spcPts val="0"/>
              </a:spcBef>
              <a:spcAft>
                <a:spcPts val="0"/>
              </a:spcAft>
              <a:buClrTx/>
              <a:buSzTx/>
              <a:buFontTx/>
              <a:buNone/>
              <a:tabLst/>
              <a:defRPr/>
            </a:pPr>
            <a:endParaRPr kumimoji="0" lang="en-GB" sz="900" b="0" i="0" u="none" strike="noStrike" kern="0" cap="none" spc="0" normalizeH="0" baseline="0" noProof="1">
              <a:ln>
                <a:noFill/>
              </a:ln>
              <a:solidFill>
                <a:srgbClr val="002060"/>
              </a:solidFill>
              <a:effectLst/>
              <a:uLnTx/>
              <a:uFillTx/>
              <a:latin typeface="Arial" panose="020B0604020202020204"/>
              <a:ea typeface="+mn-ea"/>
              <a:cs typeface="+mn-cs"/>
            </a:endParaRPr>
          </a:p>
        </p:txBody>
      </p:sp>
      <p:sp>
        <p:nvSpPr>
          <p:cNvPr id="5" name="Rechteck 4">
            <a:extLst>
              <a:ext uri="{FF2B5EF4-FFF2-40B4-BE49-F238E27FC236}">
                <a16:creationId xmlns:a16="http://schemas.microsoft.com/office/drawing/2014/main" id="{9E0AD78D-DF10-6F29-1262-19B457C2AD59}"/>
              </a:ext>
            </a:extLst>
          </p:cNvPr>
          <p:cNvSpPr/>
          <p:nvPr/>
        </p:nvSpPr>
        <p:spPr>
          <a:xfrm>
            <a:off x="4621734" y="2387223"/>
            <a:ext cx="1284076" cy="600923"/>
          </a:xfrm>
          <a:prstGeom prst="rect">
            <a:avLst/>
          </a:prstGeom>
          <a:solidFill>
            <a:srgbClr val="2683C6">
              <a:lumMod val="60000"/>
              <a:lumOff val="40000"/>
            </a:srgbClr>
          </a:solidFill>
          <a:ln w="12700" cap="flat" cmpd="sng" algn="ctr">
            <a:noFill/>
            <a:prstDash val="solid"/>
            <a:miter lim="800000"/>
          </a:ln>
          <a:effectLst/>
        </p:spPr>
        <p:txBody>
          <a:bodyPr rtlCol="0" anchor="ctr"/>
          <a:lstStyle/>
          <a:p>
            <a:pPr algn="ctr"/>
            <a:r>
              <a:rPr lang="en-GB" sz="1400" kern="0" noProof="1">
                <a:solidFill>
                  <a:prstClr val="white"/>
                </a:solidFill>
                <a:latin typeface="Arial" panose="020B0604020202020204" pitchFamily="34" charset="0"/>
                <a:cs typeface="Arial" panose="020B0604020202020204" pitchFamily="34" charset="0"/>
              </a:rPr>
              <a:t>FHIR CH VACD</a:t>
            </a:r>
          </a:p>
        </p:txBody>
      </p:sp>
      <p:sp>
        <p:nvSpPr>
          <p:cNvPr id="6" name="Zylinder 5">
            <a:extLst>
              <a:ext uri="{FF2B5EF4-FFF2-40B4-BE49-F238E27FC236}">
                <a16:creationId xmlns:a16="http://schemas.microsoft.com/office/drawing/2014/main" id="{C60774A9-FABC-6C80-7395-63D96EEA198D}"/>
              </a:ext>
            </a:extLst>
          </p:cNvPr>
          <p:cNvSpPr>
            <a:spLocks noChangeAspect="1"/>
          </p:cNvSpPr>
          <p:nvPr/>
        </p:nvSpPr>
        <p:spPr>
          <a:xfrm>
            <a:off x="2452883" y="4916878"/>
            <a:ext cx="972000" cy="783066"/>
          </a:xfrm>
          <a:prstGeom prst="can">
            <a:avLst/>
          </a:prstGeom>
          <a:solidFill>
            <a:srgbClr val="2683C6">
              <a:lumMod val="60000"/>
              <a:lumOff val="40000"/>
            </a:srgbClr>
          </a:solidFill>
          <a:ln w="3175" cap="flat" cmpd="sng" algn="ctr">
            <a:solidFill>
              <a:srgbClr val="3494BA">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1">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 name="Zylinder 6">
            <a:extLst>
              <a:ext uri="{FF2B5EF4-FFF2-40B4-BE49-F238E27FC236}">
                <a16:creationId xmlns:a16="http://schemas.microsoft.com/office/drawing/2014/main" id="{A0EAB652-9664-F542-5C52-1FF3C4E21AC1}"/>
              </a:ext>
            </a:extLst>
          </p:cNvPr>
          <p:cNvSpPr>
            <a:spLocks noChangeAspect="1"/>
          </p:cNvSpPr>
          <p:nvPr/>
        </p:nvSpPr>
        <p:spPr>
          <a:xfrm>
            <a:off x="4780637" y="4927764"/>
            <a:ext cx="972000" cy="783066"/>
          </a:xfrm>
          <a:prstGeom prst="can">
            <a:avLst/>
          </a:prstGeom>
          <a:solidFill>
            <a:srgbClr val="2683C6">
              <a:lumMod val="60000"/>
              <a:lumOff val="40000"/>
            </a:srgbClr>
          </a:solidFill>
          <a:ln w="3175" cap="flat" cmpd="sng" algn="ctr">
            <a:solidFill>
              <a:srgbClr val="3494BA">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1">
              <a:ln>
                <a:noFill/>
              </a:ln>
              <a:solidFill>
                <a:prstClr val="white"/>
              </a:solidFill>
              <a:effectLst/>
              <a:uLnTx/>
              <a:uFillTx/>
              <a:latin typeface="Arial" panose="020B0604020202020204" pitchFamily="34" charset="0"/>
              <a:ea typeface="+mn-ea"/>
              <a:cs typeface="Arial" panose="020B0604020202020204" pitchFamily="34" charset="0"/>
            </a:endParaRPr>
          </a:p>
        </p:txBody>
      </p:sp>
      <p:pic>
        <p:nvPicPr>
          <p:cNvPr id="8" name="Picture 2" descr="openehr.org">
            <a:extLst>
              <a:ext uri="{FF2B5EF4-FFF2-40B4-BE49-F238E27FC236}">
                <a16:creationId xmlns:a16="http://schemas.microsoft.com/office/drawing/2014/main" id="{4BFED6A6-D015-D6C9-56BF-4E8881594B13}"/>
              </a:ext>
            </a:extLst>
          </p:cNvPr>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4891371" y="5761014"/>
            <a:ext cx="820808" cy="144000"/>
          </a:xfrm>
          <a:prstGeom prst="rect">
            <a:avLst/>
          </a:prstGeom>
          <a:noFill/>
          <a:extLst>
            <a:ext uri="{909E8E84-426E-40DD-AFC4-6F175D3DCCD1}">
              <a14:hiddenFill xmlns:a14="http://schemas.microsoft.com/office/drawing/2010/main">
                <a:solidFill>
                  <a:srgbClr val="FFFFFF"/>
                </a:solidFill>
              </a14:hiddenFill>
            </a:ext>
          </a:extLst>
        </p:spPr>
      </p:pic>
      <p:pic>
        <p:nvPicPr>
          <p:cNvPr id="9" name="Grafik 8" descr="HL7 FHIR – mobile Kommunikation und mehr – HL7 Deutschland">
            <a:extLst>
              <a:ext uri="{FF2B5EF4-FFF2-40B4-BE49-F238E27FC236}">
                <a16:creationId xmlns:a16="http://schemas.microsoft.com/office/drawing/2014/main" id="{6F4DC1FD-19B1-B118-AEBC-46DEF6264F9F}"/>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590174" y="5751870"/>
            <a:ext cx="746844" cy="180000"/>
          </a:xfrm>
          <a:prstGeom prst="rect">
            <a:avLst/>
          </a:prstGeom>
        </p:spPr>
      </p:pic>
      <p:sp>
        <p:nvSpPr>
          <p:cNvPr id="10" name="Textfeld 9">
            <a:extLst>
              <a:ext uri="{FF2B5EF4-FFF2-40B4-BE49-F238E27FC236}">
                <a16:creationId xmlns:a16="http://schemas.microsoft.com/office/drawing/2014/main" id="{E424D5CE-B07F-E521-F422-E27AED04A326}"/>
              </a:ext>
            </a:extLst>
          </p:cNvPr>
          <p:cNvSpPr txBox="1"/>
          <p:nvPr/>
        </p:nvSpPr>
        <p:spPr>
          <a:xfrm>
            <a:off x="2452883" y="5129649"/>
            <a:ext cx="972000" cy="461665"/>
          </a:xfrm>
          <a:prstGeom prst="rect">
            <a:avLst/>
          </a:prstGeom>
          <a:noFill/>
        </p:spPr>
        <p:txBody>
          <a:bodyPr wrap="square" rtlCol="0">
            <a:spAutoFit/>
          </a:bodyPr>
          <a:lstStyle/>
          <a:p>
            <a:pPr algn="ctr"/>
            <a:r>
              <a:rPr lang="en-GB" sz="1200" noProof="1">
                <a:solidFill>
                  <a:srgbClr val="0070C0"/>
                </a:solidFill>
                <a:latin typeface="Arial" panose="020B0604020202020204" pitchFamily="34" charset="0"/>
                <a:cs typeface="Arial" panose="020B0604020202020204" pitchFamily="34" charset="0"/>
              </a:rPr>
              <a:t>FHIR Server</a:t>
            </a:r>
          </a:p>
        </p:txBody>
      </p:sp>
      <p:sp>
        <p:nvSpPr>
          <p:cNvPr id="11" name="Textfeld 10">
            <a:extLst>
              <a:ext uri="{FF2B5EF4-FFF2-40B4-BE49-F238E27FC236}">
                <a16:creationId xmlns:a16="http://schemas.microsoft.com/office/drawing/2014/main" id="{769EFCFA-692E-B788-6851-10B2CEAC263B}"/>
              </a:ext>
            </a:extLst>
          </p:cNvPr>
          <p:cNvSpPr txBox="1"/>
          <p:nvPr/>
        </p:nvSpPr>
        <p:spPr>
          <a:xfrm>
            <a:off x="4723408" y="5149117"/>
            <a:ext cx="1174700" cy="461665"/>
          </a:xfrm>
          <a:prstGeom prst="rect">
            <a:avLst/>
          </a:prstGeom>
          <a:noFill/>
        </p:spPr>
        <p:txBody>
          <a:bodyPr wrap="square" rtlCol="0">
            <a:spAutoFit/>
          </a:bodyPr>
          <a:lstStyle/>
          <a:p>
            <a:pPr algn="ctr"/>
            <a:r>
              <a:rPr lang="en-GB" sz="1200" noProof="1">
                <a:solidFill>
                  <a:srgbClr val="0070C0"/>
                </a:solidFill>
                <a:latin typeface="Arial" panose="020B0604020202020204" pitchFamily="34" charset="0"/>
                <a:cs typeface="Arial" panose="020B0604020202020204" pitchFamily="34" charset="0"/>
              </a:rPr>
              <a:t>Vaccination clinical data</a:t>
            </a:r>
          </a:p>
        </p:txBody>
      </p:sp>
      <p:sp>
        <p:nvSpPr>
          <p:cNvPr id="12" name="Rechteck 11">
            <a:extLst>
              <a:ext uri="{FF2B5EF4-FFF2-40B4-BE49-F238E27FC236}">
                <a16:creationId xmlns:a16="http://schemas.microsoft.com/office/drawing/2014/main" id="{02AD34E9-5BC2-DF38-D96B-305BA57103BD}"/>
              </a:ext>
            </a:extLst>
          </p:cNvPr>
          <p:cNvSpPr/>
          <p:nvPr/>
        </p:nvSpPr>
        <p:spPr>
          <a:xfrm>
            <a:off x="4621709" y="3549498"/>
            <a:ext cx="1284076" cy="600923"/>
          </a:xfrm>
          <a:prstGeom prst="rect">
            <a:avLst/>
          </a:prstGeom>
          <a:solidFill>
            <a:srgbClr val="2683C6">
              <a:lumMod val="60000"/>
              <a:lumOff val="40000"/>
            </a:srgbClr>
          </a:solidFill>
          <a:ln w="12700" cap="flat" cmpd="sng" algn="ctr">
            <a:noFill/>
            <a:prstDash val="solid"/>
            <a:miter lim="800000"/>
          </a:ln>
          <a:effectLst/>
        </p:spPr>
        <p:txBody>
          <a:bodyPr rtlCol="0" anchor="ctr"/>
          <a:lstStyle/>
          <a:p>
            <a:pPr algn="ctr"/>
            <a:r>
              <a:rPr lang="en-GB" sz="1400" kern="0" noProof="1">
                <a:solidFill>
                  <a:prstClr val="white"/>
                </a:solidFill>
                <a:latin typeface="Arial" panose="020B0604020202020204" pitchFamily="34" charset="0"/>
                <a:cs typeface="Arial" panose="020B0604020202020204" pitchFamily="34" charset="0"/>
              </a:rPr>
              <a:t>openEHR Composition</a:t>
            </a:r>
          </a:p>
        </p:txBody>
      </p:sp>
      <p:cxnSp>
        <p:nvCxnSpPr>
          <p:cNvPr id="14" name="Gewinkelte Verbindung 13">
            <a:extLst>
              <a:ext uri="{FF2B5EF4-FFF2-40B4-BE49-F238E27FC236}">
                <a16:creationId xmlns:a16="http://schemas.microsoft.com/office/drawing/2014/main" id="{A855779B-94EB-772F-CB3B-309F0C915DED}"/>
              </a:ext>
            </a:extLst>
          </p:cNvPr>
          <p:cNvCxnSpPr>
            <a:cxnSpLocks/>
            <a:stCxn id="5" idx="1"/>
            <a:endCxn id="6" idx="1"/>
          </p:cNvCxnSpPr>
          <p:nvPr/>
        </p:nvCxnSpPr>
        <p:spPr>
          <a:xfrm rot="10800000" flipV="1">
            <a:off x="2938884" y="2687684"/>
            <a:ext cx="1682851" cy="2229193"/>
          </a:xfrm>
          <a:prstGeom prst="bentConnector2">
            <a:avLst/>
          </a:prstGeom>
          <a:ln>
            <a:solidFill>
              <a:srgbClr val="003674"/>
            </a:solidFill>
            <a:tailEnd type="triangle"/>
          </a:ln>
        </p:spPr>
        <p:style>
          <a:lnRef idx="1">
            <a:schemeClr val="accent1"/>
          </a:lnRef>
          <a:fillRef idx="0">
            <a:schemeClr val="accent1"/>
          </a:fillRef>
          <a:effectRef idx="0">
            <a:schemeClr val="accent1"/>
          </a:effectRef>
          <a:fontRef idx="minor">
            <a:schemeClr val="tx1"/>
          </a:fontRef>
        </p:style>
      </p:cxnSp>
      <p:cxnSp>
        <p:nvCxnSpPr>
          <p:cNvPr id="18" name="Gerade Verbindung mit Pfeil 17">
            <a:extLst>
              <a:ext uri="{FF2B5EF4-FFF2-40B4-BE49-F238E27FC236}">
                <a16:creationId xmlns:a16="http://schemas.microsoft.com/office/drawing/2014/main" id="{FD9390F2-0903-BF61-5BA4-AAA6580F9603}"/>
              </a:ext>
            </a:extLst>
          </p:cNvPr>
          <p:cNvCxnSpPr>
            <a:cxnSpLocks/>
            <a:stCxn id="5" idx="2"/>
            <a:endCxn id="12" idx="0"/>
          </p:cNvCxnSpPr>
          <p:nvPr/>
        </p:nvCxnSpPr>
        <p:spPr>
          <a:xfrm flipH="1">
            <a:off x="5263747" y="2988146"/>
            <a:ext cx="25" cy="561352"/>
          </a:xfrm>
          <a:prstGeom prst="straightConnector1">
            <a:avLst/>
          </a:prstGeom>
          <a:ln>
            <a:solidFill>
              <a:srgbClr val="003674"/>
            </a:solidFill>
            <a:tailEnd type="triangle"/>
          </a:ln>
        </p:spPr>
        <p:style>
          <a:lnRef idx="1">
            <a:schemeClr val="accent1"/>
          </a:lnRef>
          <a:fillRef idx="0">
            <a:schemeClr val="accent1"/>
          </a:fillRef>
          <a:effectRef idx="0">
            <a:schemeClr val="accent1"/>
          </a:effectRef>
          <a:fontRef idx="minor">
            <a:schemeClr val="tx1"/>
          </a:fontRef>
        </p:style>
      </p:cxnSp>
      <p:pic>
        <p:nvPicPr>
          <p:cNvPr id="20" name="Grafik 19">
            <a:extLst>
              <a:ext uri="{FF2B5EF4-FFF2-40B4-BE49-F238E27FC236}">
                <a16:creationId xmlns:a16="http://schemas.microsoft.com/office/drawing/2014/main" id="{5411CF68-B0DB-2DDE-EF51-045E156A95F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293428" y="3083587"/>
            <a:ext cx="324000" cy="324000"/>
          </a:xfrm>
          <a:prstGeom prst="rect">
            <a:avLst/>
          </a:prstGeom>
        </p:spPr>
      </p:pic>
      <p:sp>
        <p:nvSpPr>
          <p:cNvPr id="24" name="Textfeld 23">
            <a:extLst>
              <a:ext uri="{FF2B5EF4-FFF2-40B4-BE49-F238E27FC236}">
                <a16:creationId xmlns:a16="http://schemas.microsoft.com/office/drawing/2014/main" id="{6015753A-7798-68B1-9FB0-D14402F321E3}"/>
              </a:ext>
            </a:extLst>
          </p:cNvPr>
          <p:cNvSpPr txBox="1"/>
          <p:nvPr/>
        </p:nvSpPr>
        <p:spPr>
          <a:xfrm>
            <a:off x="2977364" y="2796177"/>
            <a:ext cx="1040814" cy="553998"/>
          </a:xfrm>
          <a:prstGeom prst="rect">
            <a:avLst/>
          </a:prstGeom>
          <a:noFill/>
        </p:spPr>
        <p:txBody>
          <a:bodyPr wrap="square" rtlCol="0">
            <a:spAutoFit/>
          </a:bodyPr>
          <a:lstStyle/>
          <a:p>
            <a:r>
              <a:rPr lang="en-GB" sz="1000" noProof="1"/>
              <a:t>Patient</a:t>
            </a:r>
          </a:p>
          <a:p>
            <a:r>
              <a:rPr lang="en-GB" sz="1000" noProof="1"/>
              <a:t>Demografic Data</a:t>
            </a:r>
          </a:p>
        </p:txBody>
      </p:sp>
      <p:cxnSp>
        <p:nvCxnSpPr>
          <p:cNvPr id="26" name="Gerade Verbindung mit Pfeil 25">
            <a:extLst>
              <a:ext uri="{FF2B5EF4-FFF2-40B4-BE49-F238E27FC236}">
                <a16:creationId xmlns:a16="http://schemas.microsoft.com/office/drawing/2014/main" id="{31F4DE4C-DFE5-CA7C-7A1D-432A657CDE0C}"/>
              </a:ext>
            </a:extLst>
          </p:cNvPr>
          <p:cNvCxnSpPr>
            <a:cxnSpLocks/>
            <a:stCxn id="12" idx="2"/>
            <a:endCxn id="7" idx="1"/>
          </p:cNvCxnSpPr>
          <p:nvPr/>
        </p:nvCxnSpPr>
        <p:spPr>
          <a:xfrm>
            <a:off x="5263747" y="4150421"/>
            <a:ext cx="2890" cy="777343"/>
          </a:xfrm>
          <a:prstGeom prst="straightConnector1">
            <a:avLst/>
          </a:prstGeom>
          <a:ln>
            <a:solidFill>
              <a:srgbClr val="003674"/>
            </a:solidFill>
            <a:tailEnd type="triangle"/>
          </a:ln>
        </p:spPr>
        <p:style>
          <a:lnRef idx="1">
            <a:schemeClr val="accent1"/>
          </a:lnRef>
          <a:fillRef idx="0">
            <a:schemeClr val="accent1"/>
          </a:fillRef>
          <a:effectRef idx="0">
            <a:schemeClr val="accent1"/>
          </a:effectRef>
          <a:fontRef idx="minor">
            <a:schemeClr val="tx1"/>
          </a:fontRef>
        </p:style>
      </p:cxnSp>
      <p:sp>
        <p:nvSpPr>
          <p:cNvPr id="35" name="Textfeld 34">
            <a:extLst>
              <a:ext uri="{FF2B5EF4-FFF2-40B4-BE49-F238E27FC236}">
                <a16:creationId xmlns:a16="http://schemas.microsoft.com/office/drawing/2014/main" id="{5597DBE9-5E5F-4A65-93B8-F31888CFA9DE}"/>
              </a:ext>
            </a:extLst>
          </p:cNvPr>
          <p:cNvSpPr txBox="1"/>
          <p:nvPr/>
        </p:nvSpPr>
        <p:spPr>
          <a:xfrm>
            <a:off x="5898108" y="5056784"/>
            <a:ext cx="1284075" cy="553998"/>
          </a:xfrm>
          <a:prstGeom prst="rect">
            <a:avLst/>
          </a:prstGeom>
          <a:noFill/>
        </p:spPr>
        <p:txBody>
          <a:bodyPr wrap="square" rtlCol="0">
            <a:spAutoFit/>
          </a:bodyPr>
          <a:lstStyle/>
          <a:p>
            <a:r>
              <a:rPr lang="en-GB" sz="1000" noProof="1"/>
              <a:t>Copy of FHIR Document in</a:t>
            </a:r>
          </a:p>
          <a:p>
            <a:r>
              <a:rPr lang="en-GB" sz="1000" noProof="1"/>
              <a:t>Feeder_Audit</a:t>
            </a:r>
          </a:p>
        </p:txBody>
      </p:sp>
      <p:sp>
        <p:nvSpPr>
          <p:cNvPr id="13" name="Textfeld 12">
            <a:extLst>
              <a:ext uri="{FF2B5EF4-FFF2-40B4-BE49-F238E27FC236}">
                <a16:creationId xmlns:a16="http://schemas.microsoft.com/office/drawing/2014/main" id="{7FDDF633-80AB-B4DB-3F55-31312BFC453C}"/>
              </a:ext>
            </a:extLst>
          </p:cNvPr>
          <p:cNvSpPr txBox="1"/>
          <p:nvPr/>
        </p:nvSpPr>
        <p:spPr>
          <a:xfrm>
            <a:off x="4119648" y="3118162"/>
            <a:ext cx="1173780" cy="246221"/>
          </a:xfrm>
          <a:prstGeom prst="rect">
            <a:avLst/>
          </a:prstGeom>
          <a:noFill/>
        </p:spPr>
        <p:txBody>
          <a:bodyPr wrap="square" rtlCol="0">
            <a:spAutoFit/>
          </a:bodyPr>
          <a:lstStyle/>
          <a:p>
            <a:pPr algn="r"/>
            <a:r>
              <a:rPr lang="en-GB" sz="1000" noProof="1"/>
              <a:t>Immunization</a:t>
            </a:r>
          </a:p>
        </p:txBody>
      </p:sp>
      <p:sp>
        <p:nvSpPr>
          <p:cNvPr id="15" name="Rechteck 14">
            <a:extLst>
              <a:ext uri="{FF2B5EF4-FFF2-40B4-BE49-F238E27FC236}">
                <a16:creationId xmlns:a16="http://schemas.microsoft.com/office/drawing/2014/main" id="{2A1E37A2-DFFE-87AD-0654-BDA5DD739384}"/>
              </a:ext>
            </a:extLst>
          </p:cNvPr>
          <p:cNvSpPr/>
          <p:nvPr/>
        </p:nvSpPr>
        <p:spPr>
          <a:xfrm>
            <a:off x="2362765" y="3549497"/>
            <a:ext cx="1284076" cy="600923"/>
          </a:xfrm>
          <a:prstGeom prst="rect">
            <a:avLst/>
          </a:prstGeom>
          <a:solidFill>
            <a:srgbClr val="2683C6">
              <a:lumMod val="60000"/>
              <a:lumOff val="40000"/>
            </a:srgbClr>
          </a:solidFill>
          <a:ln w="12700" cap="flat" cmpd="sng" algn="ctr">
            <a:noFill/>
            <a:prstDash val="solid"/>
            <a:miter lim="800000"/>
          </a:ln>
          <a:effectLst/>
        </p:spPr>
        <p:txBody>
          <a:bodyPr rtlCol="0" anchor="ctr"/>
          <a:lstStyle/>
          <a:p>
            <a:pPr algn="ctr"/>
            <a:r>
              <a:rPr lang="en-GB" sz="1400" kern="0" noProof="1">
                <a:solidFill>
                  <a:prstClr val="white"/>
                </a:solidFill>
                <a:latin typeface="Arial" panose="020B0604020202020204" pitchFamily="34" charset="0"/>
                <a:cs typeface="Arial" panose="020B0604020202020204" pitchFamily="34" charset="0"/>
              </a:rPr>
              <a:t>FHIR CH Core Patient</a:t>
            </a:r>
          </a:p>
        </p:txBody>
      </p:sp>
      <p:cxnSp>
        <p:nvCxnSpPr>
          <p:cNvPr id="23" name="Gerade Verbindung mit Pfeil 22">
            <a:extLst>
              <a:ext uri="{FF2B5EF4-FFF2-40B4-BE49-F238E27FC236}">
                <a16:creationId xmlns:a16="http://schemas.microsoft.com/office/drawing/2014/main" id="{FDDFF2BB-D92B-19C7-B982-0E1D4A7C3907}"/>
              </a:ext>
            </a:extLst>
          </p:cNvPr>
          <p:cNvCxnSpPr>
            <a:cxnSpLocks/>
            <a:endCxn id="5" idx="0"/>
          </p:cNvCxnSpPr>
          <p:nvPr/>
        </p:nvCxnSpPr>
        <p:spPr>
          <a:xfrm>
            <a:off x="5263747" y="1872344"/>
            <a:ext cx="25" cy="514879"/>
          </a:xfrm>
          <a:prstGeom prst="straightConnector1">
            <a:avLst/>
          </a:prstGeom>
          <a:ln>
            <a:solidFill>
              <a:srgbClr val="003674"/>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0250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38441-4522-03E8-F7E5-BFA5798DEDC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09BCFFC-A3E9-02B7-BA5F-7148281710D7}"/>
              </a:ext>
            </a:extLst>
          </p:cNvPr>
          <p:cNvSpPr>
            <a:spLocks noGrp="1"/>
          </p:cNvSpPr>
          <p:nvPr>
            <p:ph type="title"/>
          </p:nvPr>
        </p:nvSpPr>
        <p:spPr/>
        <p:txBody>
          <a:bodyPr/>
          <a:lstStyle/>
          <a:p>
            <a:r>
              <a:rPr lang="de-CH" dirty="0" err="1"/>
              <a:t>Immunization</a:t>
            </a:r>
            <a:r>
              <a:rPr lang="de-CH" dirty="0"/>
              <a:t> Administration </a:t>
            </a:r>
            <a:r>
              <a:rPr lang="de-CH" dirty="0" err="1"/>
              <a:t>Document</a:t>
            </a:r>
            <a:br>
              <a:rPr lang="de-CH" dirty="0"/>
            </a:br>
            <a:r>
              <a:rPr lang="de-CH" dirty="0" err="1"/>
              <a:t>openEHR</a:t>
            </a:r>
            <a:r>
              <a:rPr lang="de-CH" dirty="0"/>
              <a:t>-</a:t>
            </a:r>
            <a:r>
              <a:rPr lang="de-CH" dirty="0" err="1"/>
              <a:t>to</a:t>
            </a:r>
            <a:r>
              <a:rPr lang="de-CH" dirty="0"/>
              <a:t>-FHIR </a:t>
            </a:r>
            <a:r>
              <a:rPr lang="de-CH" dirty="0" err="1"/>
              <a:t>transformation</a:t>
            </a:r>
            <a:r>
              <a:rPr lang="de-CH" dirty="0"/>
              <a:t> </a:t>
            </a:r>
            <a:r>
              <a:rPr lang="de-CH" dirty="0" err="1"/>
              <a:t>flow</a:t>
            </a:r>
            <a:endParaRPr lang="de-CH" dirty="0"/>
          </a:p>
        </p:txBody>
      </p:sp>
      <p:sp>
        <p:nvSpPr>
          <p:cNvPr id="4" name="Rechteck 3">
            <a:extLst>
              <a:ext uri="{FF2B5EF4-FFF2-40B4-BE49-F238E27FC236}">
                <a16:creationId xmlns:a16="http://schemas.microsoft.com/office/drawing/2014/main" id="{5777F147-9D14-FB75-05A6-88D063EABA6A}"/>
              </a:ext>
            </a:extLst>
          </p:cNvPr>
          <p:cNvSpPr/>
          <p:nvPr/>
        </p:nvSpPr>
        <p:spPr bwMode="gray">
          <a:xfrm>
            <a:off x="1698170" y="1872344"/>
            <a:ext cx="7761515" cy="4123762"/>
          </a:xfrm>
          <a:prstGeom prst="rect">
            <a:avLst/>
          </a:prstGeom>
          <a:solidFill>
            <a:srgbClr val="2683C6">
              <a:lumMod val="20000"/>
              <a:lumOff val="80000"/>
            </a:srgbClr>
          </a:solidFill>
          <a:ln w="6350" cap="flat" cmpd="sng" algn="ctr">
            <a:noFill/>
            <a:prstDash val="solid"/>
            <a:miter lim="800000"/>
          </a:ln>
          <a:effectLst/>
        </p:spPr>
        <p:txBody>
          <a:bodyPr lIns="36000" rIns="36000" rtlCol="0" anchor="ctr"/>
          <a:lstStyle/>
          <a:p>
            <a:pPr marL="0" marR="0" lvl="0" indent="0" algn="ctr" defTabSz="914400" eaLnBrk="1" fontAlgn="auto" latinLnBrk="0" hangingPunct="1">
              <a:lnSpc>
                <a:spcPct val="110000"/>
              </a:lnSpc>
              <a:spcBef>
                <a:spcPts val="0"/>
              </a:spcBef>
              <a:spcAft>
                <a:spcPts val="0"/>
              </a:spcAft>
              <a:buClrTx/>
              <a:buSzTx/>
              <a:buFontTx/>
              <a:buNone/>
              <a:tabLst/>
              <a:defRPr/>
            </a:pPr>
            <a:endParaRPr kumimoji="0" lang="en-GB" sz="900" b="0" i="0" u="none" strike="noStrike" kern="0" cap="none" spc="0" normalizeH="0" baseline="0" noProof="1">
              <a:ln>
                <a:noFill/>
              </a:ln>
              <a:solidFill>
                <a:srgbClr val="002060"/>
              </a:solidFill>
              <a:effectLst/>
              <a:uLnTx/>
              <a:uFillTx/>
              <a:latin typeface="Arial" panose="020B0604020202020204"/>
              <a:ea typeface="+mn-ea"/>
              <a:cs typeface="+mn-cs"/>
            </a:endParaRPr>
          </a:p>
        </p:txBody>
      </p:sp>
      <p:sp>
        <p:nvSpPr>
          <p:cNvPr id="5" name="Rechteck 4">
            <a:extLst>
              <a:ext uri="{FF2B5EF4-FFF2-40B4-BE49-F238E27FC236}">
                <a16:creationId xmlns:a16="http://schemas.microsoft.com/office/drawing/2014/main" id="{F89325C3-BB51-41C6-9DEA-0D2324CD4CE0}"/>
              </a:ext>
            </a:extLst>
          </p:cNvPr>
          <p:cNvSpPr/>
          <p:nvPr/>
        </p:nvSpPr>
        <p:spPr>
          <a:xfrm>
            <a:off x="4621734" y="2387223"/>
            <a:ext cx="1284076" cy="600923"/>
          </a:xfrm>
          <a:prstGeom prst="rect">
            <a:avLst/>
          </a:prstGeom>
          <a:solidFill>
            <a:srgbClr val="2683C6">
              <a:lumMod val="60000"/>
              <a:lumOff val="40000"/>
            </a:srgbClr>
          </a:solidFill>
          <a:ln w="12700" cap="flat" cmpd="sng" algn="ctr">
            <a:noFill/>
            <a:prstDash val="solid"/>
            <a:miter lim="800000"/>
          </a:ln>
          <a:effectLst/>
        </p:spPr>
        <p:txBody>
          <a:bodyPr rtlCol="0" anchor="ctr"/>
          <a:lstStyle/>
          <a:p>
            <a:pPr algn="ctr"/>
            <a:r>
              <a:rPr lang="en-GB" sz="1400" kern="0" noProof="1">
                <a:solidFill>
                  <a:prstClr val="white"/>
                </a:solidFill>
                <a:latin typeface="Arial" panose="020B0604020202020204" pitchFamily="34" charset="0"/>
                <a:cs typeface="Arial" panose="020B0604020202020204" pitchFamily="34" charset="0"/>
              </a:rPr>
              <a:t>FHIR CH VACD</a:t>
            </a:r>
          </a:p>
        </p:txBody>
      </p:sp>
      <p:sp>
        <p:nvSpPr>
          <p:cNvPr id="6" name="Zylinder 5">
            <a:extLst>
              <a:ext uri="{FF2B5EF4-FFF2-40B4-BE49-F238E27FC236}">
                <a16:creationId xmlns:a16="http://schemas.microsoft.com/office/drawing/2014/main" id="{5D4D1803-F9A3-2BB1-14FA-EB45D96BC464}"/>
              </a:ext>
            </a:extLst>
          </p:cNvPr>
          <p:cNvSpPr>
            <a:spLocks noChangeAspect="1"/>
          </p:cNvSpPr>
          <p:nvPr/>
        </p:nvSpPr>
        <p:spPr>
          <a:xfrm>
            <a:off x="2452883" y="4916878"/>
            <a:ext cx="972000" cy="783066"/>
          </a:xfrm>
          <a:prstGeom prst="can">
            <a:avLst/>
          </a:prstGeom>
          <a:solidFill>
            <a:srgbClr val="2683C6">
              <a:lumMod val="60000"/>
              <a:lumOff val="40000"/>
            </a:srgbClr>
          </a:solidFill>
          <a:ln w="3175" cap="flat" cmpd="sng" algn="ctr">
            <a:solidFill>
              <a:srgbClr val="3494BA">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1">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 name="Zylinder 6">
            <a:extLst>
              <a:ext uri="{FF2B5EF4-FFF2-40B4-BE49-F238E27FC236}">
                <a16:creationId xmlns:a16="http://schemas.microsoft.com/office/drawing/2014/main" id="{17F41598-EAD8-19E4-2553-9FA9A74FA212}"/>
              </a:ext>
            </a:extLst>
          </p:cNvPr>
          <p:cNvSpPr>
            <a:spLocks noChangeAspect="1"/>
          </p:cNvSpPr>
          <p:nvPr/>
        </p:nvSpPr>
        <p:spPr>
          <a:xfrm>
            <a:off x="4780637" y="4927764"/>
            <a:ext cx="972000" cy="783066"/>
          </a:xfrm>
          <a:prstGeom prst="can">
            <a:avLst/>
          </a:prstGeom>
          <a:solidFill>
            <a:srgbClr val="2683C6">
              <a:lumMod val="60000"/>
              <a:lumOff val="40000"/>
            </a:srgbClr>
          </a:solidFill>
          <a:ln w="3175" cap="flat" cmpd="sng" algn="ctr">
            <a:solidFill>
              <a:srgbClr val="3494BA">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1">
              <a:ln>
                <a:noFill/>
              </a:ln>
              <a:solidFill>
                <a:prstClr val="white"/>
              </a:solidFill>
              <a:effectLst/>
              <a:uLnTx/>
              <a:uFillTx/>
              <a:latin typeface="Arial" panose="020B0604020202020204" pitchFamily="34" charset="0"/>
              <a:ea typeface="+mn-ea"/>
              <a:cs typeface="Arial" panose="020B0604020202020204" pitchFamily="34" charset="0"/>
            </a:endParaRPr>
          </a:p>
        </p:txBody>
      </p:sp>
      <p:pic>
        <p:nvPicPr>
          <p:cNvPr id="8" name="Picture 2" descr="openehr.org">
            <a:extLst>
              <a:ext uri="{FF2B5EF4-FFF2-40B4-BE49-F238E27FC236}">
                <a16:creationId xmlns:a16="http://schemas.microsoft.com/office/drawing/2014/main" id="{572818EF-7EE7-1AEF-9DEA-2B097E132BFD}"/>
              </a:ext>
            </a:extLst>
          </p:cNvPr>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4891371" y="5761014"/>
            <a:ext cx="820808" cy="144000"/>
          </a:xfrm>
          <a:prstGeom prst="rect">
            <a:avLst/>
          </a:prstGeom>
          <a:noFill/>
          <a:extLst>
            <a:ext uri="{909E8E84-426E-40DD-AFC4-6F175D3DCCD1}">
              <a14:hiddenFill xmlns:a14="http://schemas.microsoft.com/office/drawing/2010/main">
                <a:solidFill>
                  <a:srgbClr val="FFFFFF"/>
                </a:solidFill>
              </a14:hiddenFill>
            </a:ext>
          </a:extLst>
        </p:spPr>
      </p:pic>
      <p:pic>
        <p:nvPicPr>
          <p:cNvPr id="9" name="Grafik 8" descr="HL7 FHIR – mobile Kommunikation und mehr – HL7 Deutschland">
            <a:extLst>
              <a:ext uri="{FF2B5EF4-FFF2-40B4-BE49-F238E27FC236}">
                <a16:creationId xmlns:a16="http://schemas.microsoft.com/office/drawing/2014/main" id="{848EBD89-A64B-4B0A-A6F4-3CAD52A17AA8}"/>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590174" y="5751870"/>
            <a:ext cx="746844" cy="180000"/>
          </a:xfrm>
          <a:prstGeom prst="rect">
            <a:avLst/>
          </a:prstGeom>
        </p:spPr>
      </p:pic>
      <p:sp>
        <p:nvSpPr>
          <p:cNvPr id="10" name="Textfeld 9">
            <a:extLst>
              <a:ext uri="{FF2B5EF4-FFF2-40B4-BE49-F238E27FC236}">
                <a16:creationId xmlns:a16="http://schemas.microsoft.com/office/drawing/2014/main" id="{BD430D4B-2F46-6228-8557-B6B883D0C6CA}"/>
              </a:ext>
            </a:extLst>
          </p:cNvPr>
          <p:cNvSpPr txBox="1"/>
          <p:nvPr/>
        </p:nvSpPr>
        <p:spPr>
          <a:xfrm>
            <a:off x="2452883" y="5129649"/>
            <a:ext cx="972000" cy="461665"/>
          </a:xfrm>
          <a:prstGeom prst="rect">
            <a:avLst/>
          </a:prstGeom>
          <a:noFill/>
        </p:spPr>
        <p:txBody>
          <a:bodyPr wrap="square" rtlCol="0">
            <a:spAutoFit/>
          </a:bodyPr>
          <a:lstStyle/>
          <a:p>
            <a:pPr algn="ctr"/>
            <a:r>
              <a:rPr lang="en-GB" sz="1200" noProof="1">
                <a:solidFill>
                  <a:srgbClr val="0070C0"/>
                </a:solidFill>
                <a:latin typeface="Arial" panose="020B0604020202020204" pitchFamily="34" charset="0"/>
                <a:cs typeface="Arial" panose="020B0604020202020204" pitchFamily="34" charset="0"/>
              </a:rPr>
              <a:t>FHIR Server</a:t>
            </a:r>
          </a:p>
        </p:txBody>
      </p:sp>
      <p:sp>
        <p:nvSpPr>
          <p:cNvPr id="11" name="Textfeld 10">
            <a:extLst>
              <a:ext uri="{FF2B5EF4-FFF2-40B4-BE49-F238E27FC236}">
                <a16:creationId xmlns:a16="http://schemas.microsoft.com/office/drawing/2014/main" id="{52B5D6D5-D280-72A3-2060-CF439CB23C36}"/>
              </a:ext>
            </a:extLst>
          </p:cNvPr>
          <p:cNvSpPr txBox="1"/>
          <p:nvPr/>
        </p:nvSpPr>
        <p:spPr>
          <a:xfrm>
            <a:off x="4723408" y="5149117"/>
            <a:ext cx="1174700" cy="461665"/>
          </a:xfrm>
          <a:prstGeom prst="rect">
            <a:avLst/>
          </a:prstGeom>
          <a:noFill/>
        </p:spPr>
        <p:txBody>
          <a:bodyPr wrap="square" rtlCol="0">
            <a:spAutoFit/>
          </a:bodyPr>
          <a:lstStyle/>
          <a:p>
            <a:pPr algn="ctr"/>
            <a:r>
              <a:rPr lang="en-GB" sz="1200" noProof="1">
                <a:solidFill>
                  <a:srgbClr val="0070C0"/>
                </a:solidFill>
                <a:latin typeface="Arial" panose="020B0604020202020204" pitchFamily="34" charset="0"/>
                <a:cs typeface="Arial" panose="020B0604020202020204" pitchFamily="34" charset="0"/>
              </a:rPr>
              <a:t>Vaccination clinical data</a:t>
            </a:r>
          </a:p>
        </p:txBody>
      </p:sp>
      <p:sp>
        <p:nvSpPr>
          <p:cNvPr id="12" name="Rechteck 11">
            <a:extLst>
              <a:ext uri="{FF2B5EF4-FFF2-40B4-BE49-F238E27FC236}">
                <a16:creationId xmlns:a16="http://schemas.microsoft.com/office/drawing/2014/main" id="{4ADCDE45-D892-09D8-1D82-75CC6EA98EA2}"/>
              </a:ext>
            </a:extLst>
          </p:cNvPr>
          <p:cNvSpPr/>
          <p:nvPr/>
        </p:nvSpPr>
        <p:spPr>
          <a:xfrm>
            <a:off x="4621709" y="3549498"/>
            <a:ext cx="1284076" cy="600923"/>
          </a:xfrm>
          <a:prstGeom prst="rect">
            <a:avLst/>
          </a:prstGeom>
          <a:solidFill>
            <a:srgbClr val="2683C6">
              <a:lumMod val="60000"/>
              <a:lumOff val="40000"/>
            </a:srgbClr>
          </a:solidFill>
          <a:ln w="12700" cap="flat" cmpd="sng" algn="ctr">
            <a:noFill/>
            <a:prstDash val="solid"/>
            <a:miter lim="800000"/>
          </a:ln>
          <a:effectLst/>
        </p:spPr>
        <p:txBody>
          <a:bodyPr rtlCol="0" anchor="ctr"/>
          <a:lstStyle/>
          <a:p>
            <a:pPr algn="ctr"/>
            <a:r>
              <a:rPr lang="en-GB" sz="1400" kern="0" noProof="1">
                <a:solidFill>
                  <a:prstClr val="white"/>
                </a:solidFill>
                <a:latin typeface="Arial" panose="020B0604020202020204" pitchFamily="34" charset="0"/>
                <a:cs typeface="Arial" panose="020B0604020202020204" pitchFamily="34" charset="0"/>
              </a:rPr>
              <a:t>openEHR Composition</a:t>
            </a:r>
          </a:p>
        </p:txBody>
      </p:sp>
      <p:cxnSp>
        <p:nvCxnSpPr>
          <p:cNvPr id="14" name="Gewinkelte Verbindung 13">
            <a:extLst>
              <a:ext uri="{FF2B5EF4-FFF2-40B4-BE49-F238E27FC236}">
                <a16:creationId xmlns:a16="http://schemas.microsoft.com/office/drawing/2014/main" id="{DF8E540B-A712-6DE5-EDBC-5E8851CF3CAB}"/>
              </a:ext>
            </a:extLst>
          </p:cNvPr>
          <p:cNvCxnSpPr>
            <a:cxnSpLocks/>
            <a:stCxn id="5" idx="1"/>
            <a:endCxn id="6" idx="1"/>
          </p:cNvCxnSpPr>
          <p:nvPr/>
        </p:nvCxnSpPr>
        <p:spPr>
          <a:xfrm rot="10800000" flipV="1">
            <a:off x="2938884" y="2687684"/>
            <a:ext cx="1682851" cy="2229193"/>
          </a:xfrm>
          <a:prstGeom prst="bentConnector2">
            <a:avLst/>
          </a:prstGeom>
          <a:ln>
            <a:solidFill>
              <a:srgbClr val="003674"/>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8" name="Gerade Verbindung mit Pfeil 17">
            <a:extLst>
              <a:ext uri="{FF2B5EF4-FFF2-40B4-BE49-F238E27FC236}">
                <a16:creationId xmlns:a16="http://schemas.microsoft.com/office/drawing/2014/main" id="{4FAF5C5C-5E90-AB7B-002D-3D2D90AA0114}"/>
              </a:ext>
            </a:extLst>
          </p:cNvPr>
          <p:cNvCxnSpPr>
            <a:cxnSpLocks/>
            <a:stCxn id="5" idx="2"/>
            <a:endCxn id="12" idx="0"/>
          </p:cNvCxnSpPr>
          <p:nvPr/>
        </p:nvCxnSpPr>
        <p:spPr>
          <a:xfrm flipH="1">
            <a:off x="5263747" y="2988146"/>
            <a:ext cx="25" cy="561352"/>
          </a:xfrm>
          <a:prstGeom prst="straightConnector1">
            <a:avLst/>
          </a:prstGeom>
          <a:ln>
            <a:solidFill>
              <a:srgbClr val="003674"/>
            </a:solidFill>
            <a:headEnd type="triangle"/>
            <a:tailEnd type="none"/>
          </a:ln>
        </p:spPr>
        <p:style>
          <a:lnRef idx="1">
            <a:schemeClr val="accent1"/>
          </a:lnRef>
          <a:fillRef idx="0">
            <a:schemeClr val="accent1"/>
          </a:fillRef>
          <a:effectRef idx="0">
            <a:schemeClr val="accent1"/>
          </a:effectRef>
          <a:fontRef idx="minor">
            <a:schemeClr val="tx1"/>
          </a:fontRef>
        </p:style>
      </p:cxnSp>
      <p:pic>
        <p:nvPicPr>
          <p:cNvPr id="20" name="Grafik 19">
            <a:extLst>
              <a:ext uri="{FF2B5EF4-FFF2-40B4-BE49-F238E27FC236}">
                <a16:creationId xmlns:a16="http://schemas.microsoft.com/office/drawing/2014/main" id="{0324C1FF-E797-CA50-B33D-F96590351F7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293428" y="3083587"/>
            <a:ext cx="324000" cy="324000"/>
          </a:xfrm>
          <a:prstGeom prst="rect">
            <a:avLst/>
          </a:prstGeom>
        </p:spPr>
      </p:pic>
      <p:sp>
        <p:nvSpPr>
          <p:cNvPr id="24" name="Textfeld 23">
            <a:extLst>
              <a:ext uri="{FF2B5EF4-FFF2-40B4-BE49-F238E27FC236}">
                <a16:creationId xmlns:a16="http://schemas.microsoft.com/office/drawing/2014/main" id="{B700A45B-FFF7-BE0B-56AF-2770EFCB4986}"/>
              </a:ext>
            </a:extLst>
          </p:cNvPr>
          <p:cNvSpPr txBox="1"/>
          <p:nvPr/>
        </p:nvSpPr>
        <p:spPr>
          <a:xfrm>
            <a:off x="2977364" y="2796177"/>
            <a:ext cx="1040814" cy="553998"/>
          </a:xfrm>
          <a:prstGeom prst="rect">
            <a:avLst/>
          </a:prstGeom>
          <a:noFill/>
        </p:spPr>
        <p:txBody>
          <a:bodyPr wrap="square" rtlCol="0">
            <a:spAutoFit/>
          </a:bodyPr>
          <a:lstStyle/>
          <a:p>
            <a:r>
              <a:rPr lang="en-GB" sz="1000" noProof="1"/>
              <a:t>Patient</a:t>
            </a:r>
          </a:p>
          <a:p>
            <a:r>
              <a:rPr lang="en-GB" sz="1000" noProof="1"/>
              <a:t>Demografic Data</a:t>
            </a:r>
          </a:p>
        </p:txBody>
      </p:sp>
      <p:cxnSp>
        <p:nvCxnSpPr>
          <p:cNvPr id="26" name="Gerade Verbindung mit Pfeil 25">
            <a:extLst>
              <a:ext uri="{FF2B5EF4-FFF2-40B4-BE49-F238E27FC236}">
                <a16:creationId xmlns:a16="http://schemas.microsoft.com/office/drawing/2014/main" id="{1DC2465D-CBB1-8EED-2BDA-6BBDBA533121}"/>
              </a:ext>
            </a:extLst>
          </p:cNvPr>
          <p:cNvCxnSpPr>
            <a:cxnSpLocks/>
            <a:stCxn id="12" idx="2"/>
            <a:endCxn id="7" idx="1"/>
          </p:cNvCxnSpPr>
          <p:nvPr/>
        </p:nvCxnSpPr>
        <p:spPr>
          <a:xfrm>
            <a:off x="5263747" y="4150421"/>
            <a:ext cx="2890" cy="777343"/>
          </a:xfrm>
          <a:prstGeom prst="straightConnector1">
            <a:avLst/>
          </a:prstGeom>
          <a:ln>
            <a:solidFill>
              <a:srgbClr val="003674"/>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3" name="Textfeld 12">
            <a:extLst>
              <a:ext uri="{FF2B5EF4-FFF2-40B4-BE49-F238E27FC236}">
                <a16:creationId xmlns:a16="http://schemas.microsoft.com/office/drawing/2014/main" id="{8FEC5C0A-4B89-22FF-674F-3753400A9A2F}"/>
              </a:ext>
            </a:extLst>
          </p:cNvPr>
          <p:cNvSpPr txBox="1"/>
          <p:nvPr/>
        </p:nvSpPr>
        <p:spPr>
          <a:xfrm>
            <a:off x="4119648" y="3118162"/>
            <a:ext cx="1173780" cy="246221"/>
          </a:xfrm>
          <a:prstGeom prst="rect">
            <a:avLst/>
          </a:prstGeom>
          <a:noFill/>
        </p:spPr>
        <p:txBody>
          <a:bodyPr wrap="square" rtlCol="0">
            <a:spAutoFit/>
          </a:bodyPr>
          <a:lstStyle/>
          <a:p>
            <a:pPr algn="r"/>
            <a:r>
              <a:rPr lang="en-GB" sz="1000" noProof="1"/>
              <a:t>Immunization</a:t>
            </a:r>
          </a:p>
        </p:txBody>
      </p:sp>
      <p:sp>
        <p:nvSpPr>
          <p:cNvPr id="15" name="Rechteck 14">
            <a:extLst>
              <a:ext uri="{FF2B5EF4-FFF2-40B4-BE49-F238E27FC236}">
                <a16:creationId xmlns:a16="http://schemas.microsoft.com/office/drawing/2014/main" id="{DD9EEDFD-BF7C-5825-8F67-AD8A1968C4C1}"/>
              </a:ext>
            </a:extLst>
          </p:cNvPr>
          <p:cNvSpPr/>
          <p:nvPr/>
        </p:nvSpPr>
        <p:spPr>
          <a:xfrm>
            <a:off x="2362765" y="3549497"/>
            <a:ext cx="1284076" cy="600923"/>
          </a:xfrm>
          <a:prstGeom prst="rect">
            <a:avLst/>
          </a:prstGeom>
          <a:solidFill>
            <a:srgbClr val="2683C6">
              <a:lumMod val="60000"/>
              <a:lumOff val="40000"/>
            </a:srgbClr>
          </a:solidFill>
          <a:ln w="12700" cap="flat" cmpd="sng" algn="ctr">
            <a:noFill/>
            <a:prstDash val="solid"/>
            <a:miter lim="800000"/>
          </a:ln>
          <a:effectLst/>
        </p:spPr>
        <p:txBody>
          <a:bodyPr rtlCol="0" anchor="ctr"/>
          <a:lstStyle/>
          <a:p>
            <a:pPr algn="ctr"/>
            <a:r>
              <a:rPr lang="en-GB" sz="1400" kern="0" noProof="1">
                <a:solidFill>
                  <a:prstClr val="white"/>
                </a:solidFill>
                <a:latin typeface="Arial" panose="020B0604020202020204" pitchFamily="34" charset="0"/>
                <a:cs typeface="Arial" panose="020B0604020202020204" pitchFamily="34" charset="0"/>
              </a:rPr>
              <a:t>FHIR CH Core Patient</a:t>
            </a:r>
          </a:p>
        </p:txBody>
      </p:sp>
      <p:cxnSp>
        <p:nvCxnSpPr>
          <p:cNvPr id="23" name="Gerade Verbindung mit Pfeil 22">
            <a:extLst>
              <a:ext uri="{FF2B5EF4-FFF2-40B4-BE49-F238E27FC236}">
                <a16:creationId xmlns:a16="http://schemas.microsoft.com/office/drawing/2014/main" id="{69F0F928-C907-AAC1-5543-2577DC84F367}"/>
              </a:ext>
            </a:extLst>
          </p:cNvPr>
          <p:cNvCxnSpPr>
            <a:cxnSpLocks/>
            <a:endCxn id="5" idx="0"/>
          </p:cNvCxnSpPr>
          <p:nvPr/>
        </p:nvCxnSpPr>
        <p:spPr>
          <a:xfrm>
            <a:off x="5263747" y="1872344"/>
            <a:ext cx="25" cy="514879"/>
          </a:xfrm>
          <a:prstGeom prst="straightConnector1">
            <a:avLst/>
          </a:prstGeom>
          <a:ln>
            <a:solidFill>
              <a:srgbClr val="003674"/>
            </a:solidFill>
            <a:headEnd type="triangl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5427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1D1EE-7FD4-48FE-A653-8165ADFF00DD}"/>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F1B34578-9BCB-4E63-550F-F73B83A49DDA}"/>
              </a:ext>
            </a:extLst>
          </p:cNvPr>
          <p:cNvSpPr>
            <a:spLocks noGrp="1"/>
          </p:cNvSpPr>
          <p:nvPr>
            <p:ph type="ctrTitle"/>
          </p:nvPr>
        </p:nvSpPr>
        <p:spPr>
          <a:xfrm>
            <a:off x="623887" y="1112838"/>
            <a:ext cx="8117341" cy="2387600"/>
          </a:xfrm>
        </p:spPr>
        <p:txBody>
          <a:bodyPr/>
          <a:lstStyle/>
          <a:p>
            <a:r>
              <a:rPr lang="de-CH" dirty="0"/>
              <a:t>Implementation</a:t>
            </a:r>
          </a:p>
        </p:txBody>
      </p:sp>
      <p:sp>
        <p:nvSpPr>
          <p:cNvPr id="5" name="Untertitel 4">
            <a:extLst>
              <a:ext uri="{FF2B5EF4-FFF2-40B4-BE49-F238E27FC236}">
                <a16:creationId xmlns:a16="http://schemas.microsoft.com/office/drawing/2014/main" id="{2DFEC711-28E3-9858-9F67-42A643AEF9D6}"/>
              </a:ext>
            </a:extLst>
          </p:cNvPr>
          <p:cNvSpPr>
            <a:spLocks noGrp="1"/>
          </p:cNvSpPr>
          <p:nvPr>
            <p:ph type="subTitle" idx="1"/>
          </p:nvPr>
        </p:nvSpPr>
        <p:spPr/>
        <p:txBody>
          <a:bodyPr/>
          <a:lstStyle/>
          <a:p>
            <a:r>
              <a:rPr lang="de-CH" dirty="0" err="1"/>
              <a:t>Combining</a:t>
            </a:r>
            <a:r>
              <a:rPr lang="de-CH" dirty="0"/>
              <a:t> </a:t>
            </a:r>
            <a:r>
              <a:rPr lang="de-CH" dirty="0" err="1"/>
              <a:t>the</a:t>
            </a:r>
            <a:r>
              <a:rPr lang="de-CH" dirty="0"/>
              <a:t> international </a:t>
            </a:r>
            <a:r>
              <a:rPr lang="de-CH" dirty="0" err="1"/>
              <a:t>standards</a:t>
            </a:r>
            <a:r>
              <a:rPr lang="de-CH" dirty="0"/>
              <a:t> HL7 FHIR and </a:t>
            </a:r>
            <a:r>
              <a:rPr lang="de-CH" dirty="0" err="1"/>
              <a:t>openEHR</a:t>
            </a:r>
            <a:endParaRPr lang="de-CH" dirty="0"/>
          </a:p>
        </p:txBody>
      </p:sp>
    </p:spTree>
    <p:extLst>
      <p:ext uri="{BB962C8B-B14F-4D97-AF65-F5344CB8AC3E}">
        <p14:creationId xmlns:p14="http://schemas.microsoft.com/office/powerpoint/2010/main" val="1843534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E0EAB-2354-10ED-A544-9248D84F0DE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F07AE0B-AC90-52D5-9AC3-54055EFED817}"/>
              </a:ext>
            </a:extLst>
          </p:cNvPr>
          <p:cNvSpPr>
            <a:spLocks noGrp="1"/>
          </p:cNvSpPr>
          <p:nvPr>
            <p:ph type="title"/>
          </p:nvPr>
        </p:nvSpPr>
        <p:spPr/>
        <p:txBody>
          <a:bodyPr/>
          <a:lstStyle/>
          <a:p>
            <a:r>
              <a:rPr lang="en-GB" noProof="1"/>
              <a:t>Showcase Vaccination Record – Architecture – Facade </a:t>
            </a:r>
          </a:p>
        </p:txBody>
      </p:sp>
      <p:sp>
        <p:nvSpPr>
          <p:cNvPr id="5" name="Rechteck 4">
            <a:extLst>
              <a:ext uri="{FF2B5EF4-FFF2-40B4-BE49-F238E27FC236}">
                <a16:creationId xmlns:a16="http://schemas.microsoft.com/office/drawing/2014/main" id="{0D5C0ACD-64A2-5089-49E4-58264CFAFF18}"/>
              </a:ext>
            </a:extLst>
          </p:cNvPr>
          <p:cNvSpPr/>
          <p:nvPr/>
        </p:nvSpPr>
        <p:spPr bwMode="gray">
          <a:xfrm>
            <a:off x="2764971" y="3733800"/>
            <a:ext cx="6019800" cy="2262305"/>
          </a:xfrm>
          <a:prstGeom prst="rect">
            <a:avLst/>
          </a:prstGeom>
          <a:solidFill>
            <a:srgbClr val="2683C6">
              <a:lumMod val="20000"/>
              <a:lumOff val="80000"/>
            </a:srgbClr>
          </a:solidFill>
          <a:ln w="6350" cap="flat" cmpd="sng" algn="ctr">
            <a:noFill/>
            <a:prstDash val="solid"/>
            <a:miter lim="800000"/>
          </a:ln>
          <a:effectLst/>
        </p:spPr>
        <p:txBody>
          <a:bodyPr lIns="36000" rIns="36000" rtlCol="0" anchor="ctr"/>
          <a:lstStyle/>
          <a:p>
            <a:pPr marL="0" marR="0" lvl="0" indent="0" algn="ctr" defTabSz="914400" eaLnBrk="1" fontAlgn="auto" latinLnBrk="0" hangingPunct="1">
              <a:lnSpc>
                <a:spcPct val="110000"/>
              </a:lnSpc>
              <a:spcBef>
                <a:spcPts val="0"/>
              </a:spcBef>
              <a:spcAft>
                <a:spcPts val="0"/>
              </a:spcAft>
              <a:buClrTx/>
              <a:buSzTx/>
              <a:buFontTx/>
              <a:buNone/>
              <a:tabLst/>
              <a:defRPr/>
            </a:pPr>
            <a:endParaRPr kumimoji="0" lang="en-GB" sz="900" b="0" i="0" u="none" strike="noStrike" kern="0" cap="none" spc="0" normalizeH="0" baseline="0" noProof="1">
              <a:ln>
                <a:noFill/>
              </a:ln>
              <a:solidFill>
                <a:srgbClr val="002060"/>
              </a:solidFill>
              <a:effectLst/>
              <a:uLnTx/>
              <a:uFillTx/>
              <a:latin typeface="Arial" panose="020B0604020202020204"/>
              <a:ea typeface="+mn-ea"/>
              <a:cs typeface="+mn-cs"/>
            </a:endParaRPr>
          </a:p>
        </p:txBody>
      </p:sp>
      <p:sp>
        <p:nvSpPr>
          <p:cNvPr id="16" name="Rechteck 15">
            <a:extLst>
              <a:ext uri="{FF2B5EF4-FFF2-40B4-BE49-F238E27FC236}">
                <a16:creationId xmlns:a16="http://schemas.microsoft.com/office/drawing/2014/main" id="{7902A0C3-BB5E-94BF-BCE0-39D869B8B595}"/>
              </a:ext>
            </a:extLst>
          </p:cNvPr>
          <p:cNvSpPr/>
          <p:nvPr/>
        </p:nvSpPr>
        <p:spPr>
          <a:xfrm>
            <a:off x="2764970" y="3733799"/>
            <a:ext cx="6012000" cy="744645"/>
          </a:xfrm>
          <a:prstGeom prst="rect">
            <a:avLst/>
          </a:prstGeom>
          <a:solidFill>
            <a:srgbClr val="2683C6">
              <a:lumMod val="60000"/>
              <a:lumOff val="40000"/>
            </a:srgbClr>
          </a:solidFill>
          <a:ln w="12700" cap="flat" cmpd="sng" algn="ctr">
            <a:noFill/>
            <a:prstDash val="solid"/>
            <a:miter lim="800000"/>
          </a:ln>
          <a:effectLst/>
        </p:spPr>
        <p:txBody>
          <a:bodyPr rtlCol="0" anchor="ctr"/>
          <a:lstStyle/>
          <a:p>
            <a:pPr algn="ctr"/>
            <a:endParaRPr lang="en-GB" sz="1400" kern="0" noProof="1">
              <a:solidFill>
                <a:prstClr val="white"/>
              </a:solidFill>
              <a:latin typeface="Arial" panose="020B0604020202020204" pitchFamily="34" charset="0"/>
              <a:cs typeface="Arial" panose="020B0604020202020204" pitchFamily="34" charset="0"/>
            </a:endParaRPr>
          </a:p>
        </p:txBody>
      </p:sp>
      <p:sp>
        <p:nvSpPr>
          <p:cNvPr id="17" name="Rechteck 16">
            <a:extLst>
              <a:ext uri="{FF2B5EF4-FFF2-40B4-BE49-F238E27FC236}">
                <a16:creationId xmlns:a16="http://schemas.microsoft.com/office/drawing/2014/main" id="{6E93EDA1-6F07-2BD2-97DB-287F2D92EF59}"/>
              </a:ext>
            </a:extLst>
          </p:cNvPr>
          <p:cNvSpPr/>
          <p:nvPr/>
        </p:nvSpPr>
        <p:spPr bwMode="gray">
          <a:xfrm>
            <a:off x="2764970" y="1697854"/>
            <a:ext cx="2307771" cy="599404"/>
          </a:xfrm>
          <a:prstGeom prst="rect">
            <a:avLst/>
          </a:prstGeom>
          <a:solidFill>
            <a:srgbClr val="3494BA">
              <a:lumMod val="60000"/>
              <a:lumOff val="40000"/>
            </a:srgbClr>
          </a:solidFill>
          <a:ln w="6350" cap="flat" cmpd="sng" algn="ctr">
            <a:noFill/>
            <a:prstDash val="solid"/>
            <a:miter lim="800000"/>
          </a:ln>
          <a:effectLst/>
        </p:spPr>
        <p:txBody>
          <a:bodyPr lIns="36000" rIns="36000" rtlCol="0" anchor="ctr"/>
          <a:lstStyle/>
          <a:p>
            <a:pPr marL="0" marR="0" lvl="0" indent="0" algn="ctr" defTabSz="914400" eaLnBrk="1" fontAlgn="auto" latinLnBrk="0" hangingPunct="1">
              <a:lnSpc>
                <a:spcPct val="110000"/>
              </a:lnSpc>
              <a:spcBef>
                <a:spcPts val="0"/>
              </a:spcBef>
              <a:spcAft>
                <a:spcPts val="0"/>
              </a:spcAft>
              <a:buClrTx/>
              <a:buSzTx/>
              <a:buFontTx/>
              <a:buNone/>
              <a:tabLst/>
              <a:defRPr/>
            </a:pPr>
            <a:r>
              <a:rPr kumimoji="0" lang="en-GB" sz="1400" b="0" i="0" u="none" strike="noStrike" kern="0" cap="none" spc="0" normalizeH="0" baseline="0" noProof="1">
                <a:ln>
                  <a:noFill/>
                </a:ln>
                <a:solidFill>
                  <a:prstClr val="white"/>
                </a:solidFill>
                <a:effectLst/>
                <a:uLnTx/>
                <a:uFillTx/>
                <a:latin typeface="Arial" panose="020B0604020202020204" pitchFamily="34" charset="0"/>
                <a:ea typeface="+mn-ea"/>
                <a:cs typeface="Arial" panose="020B0604020202020204" pitchFamily="34" charset="0"/>
              </a:rPr>
              <a:t>Documentation of an administered vaccination </a:t>
            </a:r>
          </a:p>
        </p:txBody>
      </p:sp>
      <p:cxnSp>
        <p:nvCxnSpPr>
          <p:cNvPr id="18" name="Gerade Verbindung mit Pfeil 17">
            <a:extLst>
              <a:ext uri="{FF2B5EF4-FFF2-40B4-BE49-F238E27FC236}">
                <a16:creationId xmlns:a16="http://schemas.microsoft.com/office/drawing/2014/main" id="{EB241EB2-424C-8084-E23D-5657DD3A508A}"/>
              </a:ext>
            </a:extLst>
          </p:cNvPr>
          <p:cNvCxnSpPr>
            <a:cxnSpLocks/>
          </p:cNvCxnSpPr>
          <p:nvPr/>
        </p:nvCxnSpPr>
        <p:spPr>
          <a:xfrm>
            <a:off x="3906196" y="2319188"/>
            <a:ext cx="0" cy="1414612"/>
          </a:xfrm>
          <a:prstGeom prst="straightConnector1">
            <a:avLst/>
          </a:prstGeom>
          <a:noFill/>
          <a:ln w="22225" cap="flat" cmpd="sng" algn="ctr">
            <a:solidFill>
              <a:srgbClr val="3494BA"/>
            </a:solidFill>
            <a:prstDash val="solid"/>
            <a:miter lim="800000"/>
            <a:tailEnd type="triangle"/>
          </a:ln>
          <a:effectLst/>
        </p:spPr>
      </p:cxnSp>
      <p:sp>
        <p:nvSpPr>
          <p:cNvPr id="21" name="Rechteck 20">
            <a:extLst>
              <a:ext uri="{FF2B5EF4-FFF2-40B4-BE49-F238E27FC236}">
                <a16:creationId xmlns:a16="http://schemas.microsoft.com/office/drawing/2014/main" id="{8552F367-5755-250A-11C9-CFC5DCED2EE9}"/>
              </a:ext>
            </a:extLst>
          </p:cNvPr>
          <p:cNvSpPr/>
          <p:nvPr/>
        </p:nvSpPr>
        <p:spPr bwMode="gray">
          <a:xfrm>
            <a:off x="6469199" y="1697854"/>
            <a:ext cx="2307771" cy="599404"/>
          </a:xfrm>
          <a:prstGeom prst="rect">
            <a:avLst/>
          </a:prstGeom>
          <a:solidFill>
            <a:srgbClr val="3494BA">
              <a:lumMod val="60000"/>
              <a:lumOff val="40000"/>
            </a:srgbClr>
          </a:solidFill>
          <a:ln w="6350" cap="flat" cmpd="sng" algn="ctr">
            <a:noFill/>
            <a:prstDash val="solid"/>
            <a:miter lim="800000"/>
          </a:ln>
          <a:effectLst/>
        </p:spPr>
        <p:txBody>
          <a:bodyPr lIns="36000" rIns="36000" rtlCol="0" anchor="ctr"/>
          <a:lstStyle/>
          <a:p>
            <a:pPr marL="0" marR="0" lvl="0" indent="0" algn="ctr" defTabSz="914400" eaLnBrk="1" fontAlgn="auto" latinLnBrk="0" hangingPunct="1">
              <a:lnSpc>
                <a:spcPct val="110000"/>
              </a:lnSpc>
              <a:spcBef>
                <a:spcPts val="0"/>
              </a:spcBef>
              <a:spcAft>
                <a:spcPts val="0"/>
              </a:spcAft>
              <a:buClrTx/>
              <a:buSzTx/>
              <a:buFontTx/>
              <a:buNone/>
              <a:tabLst/>
              <a:defRPr/>
            </a:pPr>
            <a:r>
              <a:rPr lang="en-GB" sz="1400" kern="0" noProof="1">
                <a:solidFill>
                  <a:prstClr val="white"/>
                </a:solidFill>
                <a:latin typeface="Arial" panose="020B0604020202020204" pitchFamily="34" charset="0"/>
                <a:cs typeface="Arial" panose="020B0604020202020204" pitchFamily="34" charset="0"/>
              </a:rPr>
              <a:t>View vaccination record</a:t>
            </a:r>
            <a:endParaRPr kumimoji="0" lang="en-GB" sz="1400" b="0" i="0" u="none" strike="noStrike" kern="0" cap="none" spc="0" normalizeH="0" baseline="0" noProof="1">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22" name="Gerade Verbindung mit Pfeil 21">
            <a:extLst>
              <a:ext uri="{FF2B5EF4-FFF2-40B4-BE49-F238E27FC236}">
                <a16:creationId xmlns:a16="http://schemas.microsoft.com/office/drawing/2014/main" id="{31805A1F-DD9A-E893-F0A6-C8F7598148E4}"/>
              </a:ext>
            </a:extLst>
          </p:cNvPr>
          <p:cNvCxnSpPr>
            <a:cxnSpLocks/>
            <a:endCxn id="21" idx="2"/>
          </p:cNvCxnSpPr>
          <p:nvPr/>
        </p:nvCxnSpPr>
        <p:spPr>
          <a:xfrm flipV="1">
            <a:off x="7623085" y="2297258"/>
            <a:ext cx="0" cy="1436542"/>
          </a:xfrm>
          <a:prstGeom prst="straightConnector1">
            <a:avLst/>
          </a:prstGeom>
          <a:noFill/>
          <a:ln w="22225" cap="flat" cmpd="sng" algn="ctr">
            <a:solidFill>
              <a:srgbClr val="3494BA"/>
            </a:solidFill>
            <a:prstDash val="solid"/>
            <a:miter lim="800000"/>
            <a:tailEnd type="triangle"/>
          </a:ln>
          <a:effectLst/>
        </p:spPr>
      </p:cxnSp>
      <p:sp>
        <p:nvSpPr>
          <p:cNvPr id="26" name="Textfeld 25">
            <a:extLst>
              <a:ext uri="{FF2B5EF4-FFF2-40B4-BE49-F238E27FC236}">
                <a16:creationId xmlns:a16="http://schemas.microsoft.com/office/drawing/2014/main" id="{2227A312-8A8B-F8D7-A948-BAD9D5849B48}"/>
              </a:ext>
            </a:extLst>
          </p:cNvPr>
          <p:cNvSpPr txBox="1"/>
          <p:nvPr/>
        </p:nvSpPr>
        <p:spPr>
          <a:xfrm>
            <a:off x="6270170" y="2751144"/>
            <a:ext cx="1340745" cy="553998"/>
          </a:xfrm>
          <a:prstGeom prst="rect">
            <a:avLst/>
          </a:prstGeom>
          <a:noFill/>
        </p:spPr>
        <p:txBody>
          <a:bodyPr wrap="square">
            <a:spAutoFit/>
          </a:bodyPr>
          <a:lstStyle/>
          <a:p>
            <a:pPr algn="r"/>
            <a:r>
              <a:rPr lang="en-GB" sz="1000" noProof="1">
                <a:solidFill>
                  <a:schemeClr val="bg1"/>
                </a:solidFill>
              </a:rPr>
              <a:t>CH VACD Vaccination</a:t>
            </a:r>
          </a:p>
          <a:p>
            <a:pPr algn="r"/>
            <a:r>
              <a:rPr lang="en-GB" sz="1000" noProof="1">
                <a:solidFill>
                  <a:schemeClr val="bg1"/>
                </a:solidFill>
              </a:rPr>
              <a:t>Record</a:t>
            </a:r>
          </a:p>
        </p:txBody>
      </p:sp>
      <p:sp>
        <p:nvSpPr>
          <p:cNvPr id="28" name="Textfeld 27">
            <a:extLst>
              <a:ext uri="{FF2B5EF4-FFF2-40B4-BE49-F238E27FC236}">
                <a16:creationId xmlns:a16="http://schemas.microsoft.com/office/drawing/2014/main" id="{8DCC5E9B-7351-A75F-B24C-D63FC2CCBB0D}"/>
              </a:ext>
            </a:extLst>
          </p:cNvPr>
          <p:cNvSpPr txBox="1"/>
          <p:nvPr/>
        </p:nvSpPr>
        <p:spPr>
          <a:xfrm>
            <a:off x="3915208" y="2751144"/>
            <a:ext cx="1647394" cy="707886"/>
          </a:xfrm>
          <a:prstGeom prst="rect">
            <a:avLst/>
          </a:prstGeom>
          <a:noFill/>
        </p:spPr>
        <p:txBody>
          <a:bodyPr wrap="square">
            <a:spAutoFit/>
          </a:bodyPr>
          <a:lstStyle/>
          <a:p>
            <a:pPr algn="l">
              <a:buNone/>
            </a:pPr>
            <a:r>
              <a:rPr lang="en-GB" sz="1000" b="0" i="0" noProof="1">
                <a:solidFill>
                  <a:schemeClr val="bg1"/>
                </a:solidFill>
                <a:effectLst/>
              </a:rPr>
              <a:t>CH VACD Immunization </a:t>
            </a:r>
          </a:p>
          <a:p>
            <a:pPr algn="l">
              <a:buNone/>
            </a:pPr>
            <a:r>
              <a:rPr lang="en-GB" sz="1000" b="0" i="0" noProof="1">
                <a:solidFill>
                  <a:schemeClr val="bg1"/>
                </a:solidFill>
                <a:effectLst/>
              </a:rPr>
              <a:t>Administration Document</a:t>
            </a:r>
          </a:p>
        </p:txBody>
      </p:sp>
      <p:pic>
        <p:nvPicPr>
          <p:cNvPr id="29" name="Grafik 28" descr="HL7 FHIR – mobile Kommunikation und mehr – HL7 Deutschland">
            <a:extLst>
              <a:ext uri="{FF2B5EF4-FFF2-40B4-BE49-F238E27FC236}">
                <a16:creationId xmlns:a16="http://schemas.microsoft.com/office/drawing/2014/main" id="{970E98AF-6F52-4461-F3DF-4F807C565968}"/>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007539" y="2571219"/>
            <a:ext cx="746844" cy="180000"/>
          </a:xfrm>
          <a:prstGeom prst="rect">
            <a:avLst/>
          </a:prstGeom>
        </p:spPr>
      </p:pic>
      <p:pic>
        <p:nvPicPr>
          <p:cNvPr id="30" name="Grafik 29" descr="HL7 FHIR – mobile Kommunikation und mehr – HL7 Deutschland">
            <a:extLst>
              <a:ext uri="{FF2B5EF4-FFF2-40B4-BE49-F238E27FC236}">
                <a16:creationId xmlns:a16="http://schemas.microsoft.com/office/drawing/2014/main" id="{9956FF4B-4004-9B30-C521-351B78C1AC8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778823" y="2571219"/>
            <a:ext cx="746844" cy="180000"/>
          </a:xfrm>
          <a:prstGeom prst="rect">
            <a:avLst/>
          </a:prstGeom>
        </p:spPr>
      </p:pic>
      <p:sp>
        <p:nvSpPr>
          <p:cNvPr id="4" name="Rechteck 3">
            <a:extLst>
              <a:ext uri="{FF2B5EF4-FFF2-40B4-BE49-F238E27FC236}">
                <a16:creationId xmlns:a16="http://schemas.microsoft.com/office/drawing/2014/main" id="{A1D53FA1-32D1-E877-781F-DCD00A0EE33A}"/>
              </a:ext>
            </a:extLst>
          </p:cNvPr>
          <p:cNvSpPr/>
          <p:nvPr/>
        </p:nvSpPr>
        <p:spPr>
          <a:xfrm>
            <a:off x="3536080" y="3801469"/>
            <a:ext cx="4392000" cy="276258"/>
          </a:xfrm>
          <a:prstGeom prst="rect">
            <a:avLst/>
          </a:prstGeom>
          <a:solidFill>
            <a:schemeClr val="tx2">
              <a:lumMod val="40000"/>
              <a:lumOff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200" kern="0" noProof="1">
                <a:solidFill>
                  <a:prstClr val="white"/>
                </a:solidFill>
                <a:latin typeface="Arial" panose="020B0604020202020204" pitchFamily="34" charset="0"/>
                <a:cs typeface="Arial" panose="020B0604020202020204" pitchFamily="34" charset="0"/>
              </a:rPr>
              <a:t>FHIR Facade / CH VACD API</a:t>
            </a:r>
            <a:endParaRPr kumimoji="0" lang="en-GB" sz="1200" b="0" i="0" u="none" strike="noStrike" kern="0" cap="none" spc="0" normalizeH="0" baseline="0" noProof="1">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2" name="Zylinder 11">
            <a:extLst>
              <a:ext uri="{FF2B5EF4-FFF2-40B4-BE49-F238E27FC236}">
                <a16:creationId xmlns:a16="http://schemas.microsoft.com/office/drawing/2014/main" id="{89B898B2-C706-734E-914F-226770A4D722}"/>
              </a:ext>
            </a:extLst>
          </p:cNvPr>
          <p:cNvSpPr>
            <a:spLocks noChangeAspect="1"/>
          </p:cNvSpPr>
          <p:nvPr/>
        </p:nvSpPr>
        <p:spPr>
          <a:xfrm>
            <a:off x="4357885" y="4916878"/>
            <a:ext cx="972000" cy="783066"/>
          </a:xfrm>
          <a:prstGeom prst="can">
            <a:avLst/>
          </a:prstGeom>
          <a:solidFill>
            <a:srgbClr val="2683C6">
              <a:lumMod val="60000"/>
              <a:lumOff val="40000"/>
            </a:srgbClr>
          </a:solidFill>
          <a:ln w="3175" cap="flat" cmpd="sng" algn="ctr">
            <a:solidFill>
              <a:srgbClr val="3494BA">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1">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3" name="Zylinder 12">
            <a:extLst>
              <a:ext uri="{FF2B5EF4-FFF2-40B4-BE49-F238E27FC236}">
                <a16:creationId xmlns:a16="http://schemas.microsoft.com/office/drawing/2014/main" id="{C4E21F82-E744-5CE6-E069-E1B08DC00308}"/>
              </a:ext>
            </a:extLst>
          </p:cNvPr>
          <p:cNvSpPr>
            <a:spLocks noChangeAspect="1"/>
          </p:cNvSpPr>
          <p:nvPr/>
        </p:nvSpPr>
        <p:spPr>
          <a:xfrm>
            <a:off x="6196774" y="4916878"/>
            <a:ext cx="972000" cy="783066"/>
          </a:xfrm>
          <a:prstGeom prst="can">
            <a:avLst/>
          </a:prstGeom>
          <a:solidFill>
            <a:srgbClr val="2683C6">
              <a:lumMod val="60000"/>
              <a:lumOff val="40000"/>
            </a:srgbClr>
          </a:solidFill>
          <a:ln w="3175" cap="flat" cmpd="sng" algn="ctr">
            <a:solidFill>
              <a:srgbClr val="3494BA">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1">
              <a:ln>
                <a:noFill/>
              </a:ln>
              <a:solidFill>
                <a:prstClr val="white"/>
              </a:solidFill>
              <a:effectLst/>
              <a:uLnTx/>
              <a:uFillTx/>
              <a:latin typeface="Arial" panose="020B0604020202020204" pitchFamily="34" charset="0"/>
              <a:ea typeface="+mn-ea"/>
              <a:cs typeface="Arial" panose="020B0604020202020204" pitchFamily="34" charset="0"/>
            </a:endParaRPr>
          </a:p>
        </p:txBody>
      </p:sp>
      <p:pic>
        <p:nvPicPr>
          <p:cNvPr id="14" name="Picture 2" descr="openehr.org">
            <a:extLst>
              <a:ext uri="{FF2B5EF4-FFF2-40B4-BE49-F238E27FC236}">
                <a16:creationId xmlns:a16="http://schemas.microsoft.com/office/drawing/2014/main" id="{E66D7F4F-6D9E-F588-5291-91FB1A49A082}"/>
              </a:ext>
            </a:extLst>
          </p:cNvPr>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6307508" y="5761014"/>
            <a:ext cx="820808" cy="144000"/>
          </a:xfrm>
          <a:prstGeom prst="rect">
            <a:avLst/>
          </a:prstGeom>
          <a:noFill/>
          <a:extLst>
            <a:ext uri="{909E8E84-426E-40DD-AFC4-6F175D3DCCD1}">
              <a14:hiddenFill xmlns:a14="http://schemas.microsoft.com/office/drawing/2010/main">
                <a:solidFill>
                  <a:srgbClr val="FFFFFF"/>
                </a:solidFill>
              </a14:hiddenFill>
            </a:ext>
          </a:extLst>
        </p:spPr>
      </p:pic>
      <p:pic>
        <p:nvPicPr>
          <p:cNvPr id="24" name="Grafik 23" descr="HL7 FHIR – mobile Kommunikation und mehr – HL7 Deutschland">
            <a:extLst>
              <a:ext uri="{FF2B5EF4-FFF2-40B4-BE49-F238E27FC236}">
                <a16:creationId xmlns:a16="http://schemas.microsoft.com/office/drawing/2014/main" id="{D63D12F9-0029-E174-B93B-507868330B8A}"/>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495176" y="5751870"/>
            <a:ext cx="746844" cy="180000"/>
          </a:xfrm>
          <a:prstGeom prst="rect">
            <a:avLst/>
          </a:prstGeom>
        </p:spPr>
      </p:pic>
      <p:sp>
        <p:nvSpPr>
          <p:cNvPr id="3" name="Rechteck 2">
            <a:extLst>
              <a:ext uri="{FF2B5EF4-FFF2-40B4-BE49-F238E27FC236}">
                <a16:creationId xmlns:a16="http://schemas.microsoft.com/office/drawing/2014/main" id="{63BD8D67-3640-3E1E-658C-EDA1262CCED1}"/>
              </a:ext>
            </a:extLst>
          </p:cNvPr>
          <p:cNvSpPr/>
          <p:nvPr/>
        </p:nvSpPr>
        <p:spPr>
          <a:xfrm>
            <a:off x="3542843" y="4140874"/>
            <a:ext cx="4392000" cy="288000"/>
          </a:xfrm>
          <a:prstGeom prst="rect">
            <a:avLst/>
          </a:prstGeom>
          <a:solidFill>
            <a:schemeClr val="tx2">
              <a:lumMod val="40000"/>
              <a:lumOff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200" kern="0" noProof="1">
                <a:solidFill>
                  <a:prstClr val="white"/>
                </a:solidFill>
                <a:latin typeface="Arial" panose="020B0604020202020204" pitchFamily="34" charset="0"/>
                <a:cs typeface="Arial" panose="020B0604020202020204" pitchFamily="34" charset="0"/>
              </a:rPr>
              <a:t>Orchestration / Transformation Services</a:t>
            </a:r>
            <a:endParaRPr kumimoji="0" lang="en-GB" sz="1200" b="0" i="0" u="none" strike="noStrike" kern="0" cap="none" spc="0" normalizeH="0" baseline="0" noProof="1">
              <a:ln>
                <a:noFill/>
              </a:ln>
              <a:solidFill>
                <a:prstClr val="white"/>
              </a:solidFill>
              <a:effectLst/>
              <a:uLnTx/>
              <a:uFillTx/>
              <a:latin typeface="Arial" panose="020B0604020202020204" pitchFamily="34" charset="0"/>
              <a:ea typeface="+mn-ea"/>
              <a:cs typeface="Arial" panose="020B0604020202020204" pitchFamily="34" charset="0"/>
            </a:endParaRPr>
          </a:p>
        </p:txBody>
      </p:sp>
      <p:pic>
        <p:nvPicPr>
          <p:cNvPr id="56" name="Grafik 55">
            <a:extLst>
              <a:ext uri="{FF2B5EF4-FFF2-40B4-BE49-F238E27FC236}">
                <a16:creationId xmlns:a16="http://schemas.microsoft.com/office/drawing/2014/main" id="{5FFFE473-60E0-34B5-E5E2-7FC26CC7658C}"/>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7099105" y="4106121"/>
            <a:ext cx="324000" cy="324000"/>
          </a:xfrm>
          <a:prstGeom prst="rect">
            <a:avLst/>
          </a:prstGeom>
        </p:spPr>
      </p:pic>
      <p:cxnSp>
        <p:nvCxnSpPr>
          <p:cNvPr id="6" name="Gerade Verbindung mit Pfeil 5">
            <a:extLst>
              <a:ext uri="{FF2B5EF4-FFF2-40B4-BE49-F238E27FC236}">
                <a16:creationId xmlns:a16="http://schemas.microsoft.com/office/drawing/2014/main" id="{518E6D82-993B-FEE6-6EE5-63413AD9FF2F}"/>
              </a:ext>
            </a:extLst>
          </p:cNvPr>
          <p:cNvCxnSpPr>
            <a:cxnSpLocks/>
          </p:cNvCxnSpPr>
          <p:nvPr/>
        </p:nvCxnSpPr>
        <p:spPr>
          <a:xfrm>
            <a:off x="4843885" y="4428874"/>
            <a:ext cx="0" cy="488004"/>
          </a:xfrm>
          <a:prstGeom prst="straightConnector1">
            <a:avLst/>
          </a:prstGeom>
          <a:ln w="12700">
            <a:solidFill>
              <a:schemeClr val="accent6">
                <a:lumMod val="50000"/>
              </a:schemeClr>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0" name="Gerade Verbindung mit Pfeil 9">
            <a:extLst>
              <a:ext uri="{FF2B5EF4-FFF2-40B4-BE49-F238E27FC236}">
                <a16:creationId xmlns:a16="http://schemas.microsoft.com/office/drawing/2014/main" id="{26D39CDB-8A6F-3223-EF1D-7C9B6395D98E}"/>
              </a:ext>
            </a:extLst>
          </p:cNvPr>
          <p:cNvCxnSpPr>
            <a:cxnSpLocks/>
            <a:endCxn id="13" idx="1"/>
          </p:cNvCxnSpPr>
          <p:nvPr/>
        </p:nvCxnSpPr>
        <p:spPr>
          <a:xfrm flipH="1">
            <a:off x="6682774" y="4444377"/>
            <a:ext cx="796" cy="472501"/>
          </a:xfrm>
          <a:prstGeom prst="straightConnector1">
            <a:avLst/>
          </a:prstGeom>
          <a:ln w="12700">
            <a:solidFill>
              <a:schemeClr val="accent6">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Textfeld 24">
            <a:extLst>
              <a:ext uri="{FF2B5EF4-FFF2-40B4-BE49-F238E27FC236}">
                <a16:creationId xmlns:a16="http://schemas.microsoft.com/office/drawing/2014/main" id="{99E266CC-AF7C-C7E0-5C10-BEE7C25F18E8}"/>
              </a:ext>
            </a:extLst>
          </p:cNvPr>
          <p:cNvSpPr txBox="1"/>
          <p:nvPr/>
        </p:nvSpPr>
        <p:spPr>
          <a:xfrm>
            <a:off x="4357885" y="5129649"/>
            <a:ext cx="972000" cy="461665"/>
          </a:xfrm>
          <a:prstGeom prst="rect">
            <a:avLst/>
          </a:prstGeom>
          <a:noFill/>
        </p:spPr>
        <p:txBody>
          <a:bodyPr wrap="square" rtlCol="0">
            <a:spAutoFit/>
          </a:bodyPr>
          <a:lstStyle/>
          <a:p>
            <a:pPr algn="ctr"/>
            <a:r>
              <a:rPr lang="en-GB" sz="1200" noProof="1">
                <a:solidFill>
                  <a:srgbClr val="0070C0"/>
                </a:solidFill>
                <a:latin typeface="Arial" panose="020B0604020202020204" pitchFamily="34" charset="0"/>
                <a:cs typeface="Arial" panose="020B0604020202020204" pitchFamily="34" charset="0"/>
              </a:rPr>
              <a:t>Person</a:t>
            </a:r>
            <a:br>
              <a:rPr lang="en-GB" sz="1200" noProof="1">
                <a:solidFill>
                  <a:srgbClr val="0070C0"/>
                </a:solidFill>
                <a:latin typeface="Arial" panose="020B0604020202020204" pitchFamily="34" charset="0"/>
                <a:cs typeface="Arial" panose="020B0604020202020204" pitchFamily="34" charset="0"/>
              </a:rPr>
            </a:br>
            <a:r>
              <a:rPr lang="en-GB" sz="1200" noProof="1">
                <a:solidFill>
                  <a:srgbClr val="0070C0"/>
                </a:solidFill>
                <a:latin typeface="Arial" panose="020B0604020202020204" pitchFamily="34" charset="0"/>
                <a:cs typeface="Arial" panose="020B0604020202020204" pitchFamily="34" charset="0"/>
              </a:rPr>
              <a:t>registry</a:t>
            </a:r>
          </a:p>
        </p:txBody>
      </p:sp>
      <p:sp>
        <p:nvSpPr>
          <p:cNvPr id="27" name="Textfeld 26">
            <a:extLst>
              <a:ext uri="{FF2B5EF4-FFF2-40B4-BE49-F238E27FC236}">
                <a16:creationId xmlns:a16="http://schemas.microsoft.com/office/drawing/2014/main" id="{EE3B03A9-54B2-0D6C-1ECB-7F7F3935F8F9}"/>
              </a:ext>
            </a:extLst>
          </p:cNvPr>
          <p:cNvSpPr txBox="1"/>
          <p:nvPr/>
        </p:nvSpPr>
        <p:spPr>
          <a:xfrm>
            <a:off x="6139545" y="5149117"/>
            <a:ext cx="1174700" cy="461665"/>
          </a:xfrm>
          <a:prstGeom prst="rect">
            <a:avLst/>
          </a:prstGeom>
          <a:noFill/>
        </p:spPr>
        <p:txBody>
          <a:bodyPr wrap="square" rtlCol="0">
            <a:spAutoFit/>
          </a:bodyPr>
          <a:lstStyle/>
          <a:p>
            <a:pPr algn="ctr"/>
            <a:r>
              <a:rPr lang="en-GB" sz="1200" noProof="1">
                <a:solidFill>
                  <a:srgbClr val="0070C0"/>
                </a:solidFill>
                <a:latin typeface="Arial" panose="020B0604020202020204" pitchFamily="34" charset="0"/>
                <a:cs typeface="Arial" panose="020B0604020202020204" pitchFamily="34" charset="0"/>
              </a:rPr>
              <a:t>Vaccination clinical data</a:t>
            </a:r>
          </a:p>
        </p:txBody>
      </p:sp>
      <p:pic>
        <p:nvPicPr>
          <p:cNvPr id="32" name="Grafik 31">
            <a:extLst>
              <a:ext uri="{FF2B5EF4-FFF2-40B4-BE49-F238E27FC236}">
                <a16:creationId xmlns:a16="http://schemas.microsoft.com/office/drawing/2014/main" id="{92437B1B-3826-AEFE-87B5-33C1B3575929}"/>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5508840" y="3349244"/>
            <a:ext cx="630704" cy="328492"/>
          </a:xfrm>
          <a:prstGeom prst="rect">
            <a:avLst/>
          </a:prstGeom>
        </p:spPr>
      </p:pic>
      <p:sp>
        <p:nvSpPr>
          <p:cNvPr id="7" name="Textfeld 6">
            <a:extLst>
              <a:ext uri="{FF2B5EF4-FFF2-40B4-BE49-F238E27FC236}">
                <a16:creationId xmlns:a16="http://schemas.microsoft.com/office/drawing/2014/main" id="{623BF9A4-81A9-9F43-14FD-66AD682407D4}"/>
              </a:ext>
            </a:extLst>
          </p:cNvPr>
          <p:cNvSpPr txBox="1"/>
          <p:nvPr/>
        </p:nvSpPr>
        <p:spPr>
          <a:xfrm>
            <a:off x="3262124" y="1327730"/>
            <a:ext cx="1306168" cy="307777"/>
          </a:xfrm>
          <a:prstGeom prst="rect">
            <a:avLst/>
          </a:prstGeom>
          <a:noFill/>
        </p:spPr>
        <p:txBody>
          <a:bodyPr wrap="square" rtlCol="0">
            <a:spAutoFit/>
          </a:bodyPr>
          <a:lstStyle/>
          <a:p>
            <a:pPr algn="ctr"/>
            <a:r>
              <a:rPr lang="en-GB" sz="1400" noProof="1">
                <a:solidFill>
                  <a:schemeClr val="bg1"/>
                </a:solidFill>
                <a:latin typeface="Arial" panose="020B0604020202020204" pitchFamily="34" charset="0"/>
                <a:cs typeface="Arial" panose="020B0604020202020204" pitchFamily="34" charset="0"/>
              </a:rPr>
              <a:t>Data producer</a:t>
            </a:r>
          </a:p>
        </p:txBody>
      </p:sp>
      <p:sp>
        <p:nvSpPr>
          <p:cNvPr id="8" name="Textfeld 7">
            <a:extLst>
              <a:ext uri="{FF2B5EF4-FFF2-40B4-BE49-F238E27FC236}">
                <a16:creationId xmlns:a16="http://schemas.microsoft.com/office/drawing/2014/main" id="{F48CD96C-AD35-5933-F728-DF59DFF51D5A}"/>
              </a:ext>
            </a:extLst>
          </p:cNvPr>
          <p:cNvSpPr txBox="1"/>
          <p:nvPr/>
        </p:nvSpPr>
        <p:spPr>
          <a:xfrm>
            <a:off x="6792897" y="1312534"/>
            <a:ext cx="1642931" cy="307777"/>
          </a:xfrm>
          <a:prstGeom prst="rect">
            <a:avLst/>
          </a:prstGeom>
          <a:noFill/>
        </p:spPr>
        <p:txBody>
          <a:bodyPr wrap="square" rtlCol="0">
            <a:spAutoFit/>
          </a:bodyPr>
          <a:lstStyle/>
          <a:p>
            <a:pPr algn="ctr"/>
            <a:r>
              <a:rPr lang="en-GB" sz="1400" noProof="1">
                <a:solidFill>
                  <a:schemeClr val="bg1"/>
                </a:solidFill>
                <a:latin typeface="Arial" panose="020B0604020202020204" pitchFamily="34" charset="0"/>
                <a:cs typeface="Arial" panose="020B0604020202020204" pitchFamily="34" charset="0"/>
              </a:rPr>
              <a:t>Data Consumer</a:t>
            </a:r>
          </a:p>
        </p:txBody>
      </p:sp>
      <p:sp>
        <p:nvSpPr>
          <p:cNvPr id="9" name="Zylinder 8">
            <a:extLst>
              <a:ext uri="{FF2B5EF4-FFF2-40B4-BE49-F238E27FC236}">
                <a16:creationId xmlns:a16="http://schemas.microsoft.com/office/drawing/2014/main" id="{04ADECAD-7CA7-CACF-8473-8DC1812AAA0E}"/>
              </a:ext>
            </a:extLst>
          </p:cNvPr>
          <p:cNvSpPr>
            <a:spLocks noChangeAspect="1"/>
          </p:cNvSpPr>
          <p:nvPr/>
        </p:nvSpPr>
        <p:spPr>
          <a:xfrm>
            <a:off x="3088014" y="4927924"/>
            <a:ext cx="972000" cy="783066"/>
          </a:xfrm>
          <a:prstGeom prst="can">
            <a:avLst/>
          </a:prstGeom>
          <a:solidFill>
            <a:srgbClr val="2683C6">
              <a:lumMod val="60000"/>
              <a:lumOff val="40000"/>
            </a:srgbClr>
          </a:solidFill>
          <a:ln w="3175" cap="flat" cmpd="sng" algn="ctr">
            <a:solidFill>
              <a:srgbClr val="3494BA">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1">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1" name="Textfeld 10">
            <a:extLst>
              <a:ext uri="{FF2B5EF4-FFF2-40B4-BE49-F238E27FC236}">
                <a16:creationId xmlns:a16="http://schemas.microsoft.com/office/drawing/2014/main" id="{C9095067-697F-15EB-5545-FE0F4488D7BA}"/>
              </a:ext>
            </a:extLst>
          </p:cNvPr>
          <p:cNvSpPr txBox="1"/>
          <p:nvPr/>
        </p:nvSpPr>
        <p:spPr>
          <a:xfrm>
            <a:off x="3057757" y="5075194"/>
            <a:ext cx="1053943" cy="461665"/>
          </a:xfrm>
          <a:prstGeom prst="rect">
            <a:avLst/>
          </a:prstGeom>
          <a:noFill/>
        </p:spPr>
        <p:txBody>
          <a:bodyPr wrap="square" rtlCol="0">
            <a:spAutoFit/>
          </a:bodyPr>
          <a:lstStyle/>
          <a:p>
            <a:pPr algn="ctr"/>
            <a:r>
              <a:rPr lang="en-GB" sz="1200" noProof="1">
                <a:solidFill>
                  <a:srgbClr val="0070C0"/>
                </a:solidFill>
                <a:latin typeface="Arial" panose="020B0604020202020204" pitchFamily="34" charset="0"/>
                <a:cs typeface="Arial" panose="020B0604020202020204" pitchFamily="34" charset="0"/>
              </a:rPr>
              <a:t>Terminology service</a:t>
            </a:r>
          </a:p>
        </p:txBody>
      </p:sp>
    </p:spTree>
    <p:extLst>
      <p:ext uri="{BB962C8B-B14F-4D97-AF65-F5344CB8AC3E}">
        <p14:creationId xmlns:p14="http://schemas.microsoft.com/office/powerpoint/2010/main" val="2971603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55D21-2470-193A-A379-4508B241F705}"/>
            </a:ext>
          </a:extLst>
        </p:cNvPr>
        <p:cNvGrpSpPr/>
        <p:nvPr/>
      </p:nvGrpSpPr>
      <p:grpSpPr>
        <a:xfrm>
          <a:off x="0" y="0"/>
          <a:ext cx="0" cy="0"/>
          <a:chOff x="0" y="0"/>
          <a:chExt cx="0" cy="0"/>
        </a:xfrm>
      </p:grpSpPr>
      <p:pic>
        <p:nvPicPr>
          <p:cNvPr id="27" name="Grafik 26">
            <a:extLst>
              <a:ext uri="{FF2B5EF4-FFF2-40B4-BE49-F238E27FC236}">
                <a16:creationId xmlns:a16="http://schemas.microsoft.com/office/drawing/2014/main" id="{7C6D508E-77AE-736D-2F58-409E5F6445C6}"/>
              </a:ext>
            </a:extLst>
          </p:cNvPr>
          <p:cNvPicPr>
            <a:picLocks noChangeAspect="1"/>
          </p:cNvPicPr>
          <p:nvPr/>
        </p:nvPicPr>
        <p:blipFill>
          <a:blip r:embed="rId3"/>
          <a:stretch>
            <a:fillRect/>
          </a:stretch>
        </p:blipFill>
        <p:spPr>
          <a:xfrm>
            <a:off x="4326164" y="6319858"/>
            <a:ext cx="2359594" cy="330200"/>
          </a:xfrm>
          <a:prstGeom prst="rect">
            <a:avLst/>
          </a:prstGeom>
        </p:spPr>
      </p:pic>
      <p:sp>
        <p:nvSpPr>
          <p:cNvPr id="2" name="Titel 1">
            <a:extLst>
              <a:ext uri="{FF2B5EF4-FFF2-40B4-BE49-F238E27FC236}">
                <a16:creationId xmlns:a16="http://schemas.microsoft.com/office/drawing/2014/main" id="{ADB3944B-D041-C258-AE65-B5472D8836C6}"/>
              </a:ext>
            </a:extLst>
          </p:cNvPr>
          <p:cNvSpPr>
            <a:spLocks noGrp="1"/>
          </p:cNvSpPr>
          <p:nvPr>
            <p:ph type="title"/>
          </p:nvPr>
        </p:nvSpPr>
        <p:spPr/>
        <p:txBody>
          <a:bodyPr/>
          <a:lstStyle/>
          <a:p>
            <a:r>
              <a:rPr lang="en-GB" noProof="1"/>
              <a:t>Architecture for the showcase ?</a:t>
            </a:r>
          </a:p>
        </p:txBody>
      </p:sp>
      <p:sp>
        <p:nvSpPr>
          <p:cNvPr id="6" name="Rechteck 5">
            <a:extLst>
              <a:ext uri="{FF2B5EF4-FFF2-40B4-BE49-F238E27FC236}">
                <a16:creationId xmlns:a16="http://schemas.microsoft.com/office/drawing/2014/main" id="{E0BF610F-D894-EE8A-1FE4-8CF43F47E6C6}"/>
              </a:ext>
            </a:extLst>
          </p:cNvPr>
          <p:cNvSpPr/>
          <p:nvPr/>
        </p:nvSpPr>
        <p:spPr bwMode="gray">
          <a:xfrm>
            <a:off x="3090000" y="1407782"/>
            <a:ext cx="2307771" cy="599404"/>
          </a:xfrm>
          <a:prstGeom prst="rect">
            <a:avLst/>
          </a:prstGeom>
          <a:solidFill>
            <a:srgbClr val="3494BA">
              <a:lumMod val="60000"/>
              <a:lumOff val="40000"/>
            </a:srgbClr>
          </a:solidFill>
          <a:ln w="6350" cap="flat" cmpd="sng" algn="ctr">
            <a:noFill/>
            <a:prstDash val="solid"/>
            <a:miter lim="800000"/>
          </a:ln>
          <a:effectLst/>
        </p:spPr>
        <p:txBody>
          <a:bodyPr lIns="36000" rIns="36000" rtlCol="0" anchor="ctr"/>
          <a:lstStyle/>
          <a:p>
            <a:pPr marL="0" marR="0" lvl="0" indent="0" algn="ctr" defTabSz="914400" eaLnBrk="1" fontAlgn="auto" latinLnBrk="0" hangingPunct="1">
              <a:lnSpc>
                <a:spcPct val="110000"/>
              </a:lnSpc>
              <a:spcBef>
                <a:spcPts val="0"/>
              </a:spcBef>
              <a:spcAft>
                <a:spcPts val="0"/>
              </a:spcAft>
              <a:buClrTx/>
              <a:buSzTx/>
              <a:buFontTx/>
              <a:buNone/>
              <a:tabLst/>
              <a:defRPr/>
            </a:pPr>
            <a:r>
              <a:rPr kumimoji="0" lang="en-GB" sz="1400" b="0" i="0" u="none" strike="noStrike" kern="0" cap="none" spc="0" normalizeH="0" baseline="0" noProof="1">
                <a:ln>
                  <a:noFill/>
                </a:ln>
                <a:solidFill>
                  <a:prstClr val="white"/>
                </a:solidFill>
                <a:effectLst/>
                <a:uLnTx/>
                <a:uFillTx/>
                <a:latin typeface="Arial" panose="020B0604020202020204" pitchFamily="34" charset="0"/>
                <a:ea typeface="+mn-ea"/>
                <a:cs typeface="Arial" panose="020B0604020202020204" pitchFamily="34" charset="0"/>
              </a:rPr>
              <a:t>Producer App</a:t>
            </a:r>
          </a:p>
          <a:p>
            <a:pPr marL="0" marR="0" lvl="0" indent="0" algn="ctr" defTabSz="914400" eaLnBrk="1" fontAlgn="auto" latinLnBrk="0" hangingPunct="1">
              <a:lnSpc>
                <a:spcPct val="110000"/>
              </a:lnSpc>
              <a:spcBef>
                <a:spcPts val="0"/>
              </a:spcBef>
              <a:spcAft>
                <a:spcPts val="0"/>
              </a:spcAft>
              <a:buClrTx/>
              <a:buSzTx/>
              <a:buFontTx/>
              <a:buNone/>
              <a:tabLst/>
              <a:defRPr/>
            </a:pPr>
            <a:r>
              <a:rPr lang="en-GB" sz="1400" kern="0" noProof="1">
                <a:solidFill>
                  <a:prstClr val="white"/>
                </a:solidFill>
                <a:latin typeface="Arial" panose="020B0604020202020204" pitchFamily="34" charset="0"/>
                <a:cs typeface="Arial" panose="020B0604020202020204" pitchFamily="34" charset="0"/>
              </a:rPr>
              <a:t>(Data Producer)</a:t>
            </a:r>
            <a:endParaRPr kumimoji="0" lang="en-GB" sz="1400" b="0" i="0" u="none" strike="noStrike" kern="0" cap="none" spc="0" normalizeH="0" baseline="0" noProof="1">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 name="Rechteck 6">
            <a:extLst>
              <a:ext uri="{FF2B5EF4-FFF2-40B4-BE49-F238E27FC236}">
                <a16:creationId xmlns:a16="http://schemas.microsoft.com/office/drawing/2014/main" id="{8948E86C-36CC-349F-DF93-73127985C21A}"/>
              </a:ext>
            </a:extLst>
          </p:cNvPr>
          <p:cNvSpPr/>
          <p:nvPr/>
        </p:nvSpPr>
        <p:spPr bwMode="gray">
          <a:xfrm>
            <a:off x="3090000" y="2310696"/>
            <a:ext cx="6012000" cy="455256"/>
          </a:xfrm>
          <a:prstGeom prst="rect">
            <a:avLst/>
          </a:prstGeom>
          <a:solidFill>
            <a:schemeClr val="bg1">
              <a:lumMod val="85000"/>
            </a:schemeClr>
          </a:solidFill>
          <a:ln w="6350" cap="flat" cmpd="sng" algn="ctr">
            <a:noFill/>
            <a:prstDash val="solid"/>
            <a:miter lim="800000"/>
          </a:ln>
          <a:effectLst/>
        </p:spPr>
        <p:txBody>
          <a:bodyPr lIns="36000" rIns="36000" rtlCol="0" anchor="ctr"/>
          <a:lstStyle/>
          <a:p>
            <a:pPr marL="0" marR="0" lvl="0" indent="0" algn="ctr" defTabSz="914400" eaLnBrk="1" fontAlgn="auto" latinLnBrk="0" hangingPunct="1">
              <a:lnSpc>
                <a:spcPct val="110000"/>
              </a:lnSpc>
              <a:spcBef>
                <a:spcPts val="0"/>
              </a:spcBef>
              <a:spcAft>
                <a:spcPts val="0"/>
              </a:spcAft>
              <a:buClrTx/>
              <a:buSzTx/>
              <a:buFontTx/>
              <a:buNone/>
              <a:tabLst/>
              <a:defRPr/>
            </a:pPr>
            <a:r>
              <a:rPr kumimoji="0" lang="en-GB" sz="1400" b="0" i="0" u="none" strike="noStrike" kern="0" cap="none" spc="0" normalizeH="0" baseline="0" noProof="1">
                <a:ln>
                  <a:noFill/>
                </a:ln>
                <a:solidFill>
                  <a:schemeClr val="tx1">
                    <a:lumMod val="50000"/>
                    <a:lumOff val="50000"/>
                  </a:schemeClr>
                </a:solidFill>
                <a:effectLst/>
                <a:uLnTx/>
                <a:uFillTx/>
                <a:latin typeface="Arial" panose="020B0604020202020204" pitchFamily="34" charset="0"/>
                <a:ea typeface="+mn-ea"/>
                <a:cs typeface="Arial" panose="020B0604020202020204" pitchFamily="34" charset="0"/>
              </a:rPr>
              <a:t>Reverse Proxy / API Gateway</a:t>
            </a:r>
          </a:p>
        </p:txBody>
      </p:sp>
      <p:sp>
        <p:nvSpPr>
          <p:cNvPr id="8" name="Rechteck 7">
            <a:extLst>
              <a:ext uri="{FF2B5EF4-FFF2-40B4-BE49-F238E27FC236}">
                <a16:creationId xmlns:a16="http://schemas.microsoft.com/office/drawing/2014/main" id="{42099027-468E-8A19-2E89-49B62BC4602C}"/>
              </a:ext>
            </a:extLst>
          </p:cNvPr>
          <p:cNvSpPr/>
          <p:nvPr/>
        </p:nvSpPr>
        <p:spPr bwMode="gray">
          <a:xfrm>
            <a:off x="6751074" y="1407782"/>
            <a:ext cx="2307771" cy="599404"/>
          </a:xfrm>
          <a:prstGeom prst="rect">
            <a:avLst/>
          </a:prstGeom>
          <a:solidFill>
            <a:srgbClr val="3494BA">
              <a:lumMod val="60000"/>
              <a:lumOff val="40000"/>
            </a:srgbClr>
          </a:solidFill>
          <a:ln w="6350" cap="flat" cmpd="sng" algn="ctr">
            <a:noFill/>
            <a:prstDash val="solid"/>
            <a:miter lim="800000"/>
          </a:ln>
          <a:effectLst/>
        </p:spPr>
        <p:txBody>
          <a:bodyPr lIns="36000" rIns="36000" rtlCol="0" anchor="ctr"/>
          <a:lstStyle/>
          <a:p>
            <a:pPr marL="0" marR="0" lvl="0" indent="0" algn="ctr" defTabSz="914400" eaLnBrk="1" fontAlgn="auto" latinLnBrk="0" hangingPunct="1">
              <a:lnSpc>
                <a:spcPct val="110000"/>
              </a:lnSpc>
              <a:spcBef>
                <a:spcPts val="0"/>
              </a:spcBef>
              <a:spcAft>
                <a:spcPts val="0"/>
              </a:spcAft>
              <a:buClrTx/>
              <a:buSzTx/>
              <a:buFontTx/>
              <a:buNone/>
              <a:tabLst/>
              <a:defRPr/>
            </a:pPr>
            <a:r>
              <a:rPr kumimoji="0" lang="en-GB" sz="1400" b="0" i="0" u="none" strike="noStrike" kern="0" cap="none" spc="0" normalizeH="0" baseline="0" noProof="1">
                <a:ln>
                  <a:noFill/>
                </a:ln>
                <a:solidFill>
                  <a:prstClr val="white"/>
                </a:solidFill>
                <a:effectLst/>
                <a:uLnTx/>
                <a:uFillTx/>
                <a:latin typeface="Arial" panose="020B0604020202020204" pitchFamily="34" charset="0"/>
                <a:ea typeface="+mn-ea"/>
                <a:cs typeface="Arial" panose="020B0604020202020204" pitchFamily="34" charset="0"/>
              </a:rPr>
              <a:t>Consumer App</a:t>
            </a:r>
          </a:p>
          <a:p>
            <a:pPr marL="0" marR="0" lvl="0" indent="0" algn="ctr" defTabSz="914400" eaLnBrk="1" fontAlgn="auto" latinLnBrk="0" hangingPunct="1">
              <a:lnSpc>
                <a:spcPct val="110000"/>
              </a:lnSpc>
              <a:spcBef>
                <a:spcPts val="0"/>
              </a:spcBef>
              <a:spcAft>
                <a:spcPts val="0"/>
              </a:spcAft>
              <a:buClrTx/>
              <a:buSzTx/>
              <a:buFontTx/>
              <a:buNone/>
              <a:tabLst/>
              <a:defRPr/>
            </a:pPr>
            <a:r>
              <a:rPr lang="en-GB" sz="1400" kern="0" noProof="1">
                <a:solidFill>
                  <a:prstClr val="white"/>
                </a:solidFill>
                <a:latin typeface="Arial" panose="020B0604020202020204" pitchFamily="34" charset="0"/>
                <a:cs typeface="Arial" panose="020B0604020202020204" pitchFamily="34" charset="0"/>
              </a:rPr>
              <a:t>(Data cConsumer)</a:t>
            </a:r>
            <a:endParaRPr kumimoji="0" lang="en-GB" sz="1400" b="0" i="0" u="none" strike="noStrike" kern="0" cap="none" spc="0" normalizeH="0" baseline="0" noProof="1">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9" name="Rechteck 8">
            <a:extLst>
              <a:ext uri="{FF2B5EF4-FFF2-40B4-BE49-F238E27FC236}">
                <a16:creationId xmlns:a16="http://schemas.microsoft.com/office/drawing/2014/main" id="{D66CC5A7-F5C0-BF4E-AE64-7711C5E7CE8B}"/>
              </a:ext>
            </a:extLst>
          </p:cNvPr>
          <p:cNvSpPr/>
          <p:nvPr/>
        </p:nvSpPr>
        <p:spPr>
          <a:xfrm>
            <a:off x="3090000" y="3603452"/>
            <a:ext cx="6012000" cy="468000"/>
          </a:xfrm>
          <a:prstGeom prst="rect">
            <a:avLst/>
          </a:prstGeom>
          <a:solidFill>
            <a:srgbClr val="2683C6">
              <a:lumMod val="60000"/>
              <a:lumOff val="40000"/>
            </a:srgbClr>
          </a:solidFill>
          <a:ln w="12700" cap="flat" cmpd="sng" algn="ctr">
            <a:noFill/>
            <a:prstDash val="solid"/>
            <a:miter lim="800000"/>
          </a:ln>
          <a:effectLst/>
        </p:spPr>
        <p:txBody>
          <a:bodyPr rtlCol="0" anchor="ctr"/>
          <a:lstStyle/>
          <a:p>
            <a:pPr algn="ctr"/>
            <a:r>
              <a:rPr lang="en-GB" sz="1400" kern="0" noProof="1">
                <a:solidFill>
                  <a:prstClr val="white"/>
                </a:solidFill>
                <a:latin typeface="Arial" panose="020B0604020202020204" pitchFamily="34" charset="0"/>
                <a:cs typeface="Arial" panose="020B0604020202020204" pitchFamily="34" charset="0"/>
              </a:rPr>
              <a:t>Vaccination Orchestration &amp; Transformation Service</a:t>
            </a:r>
          </a:p>
          <a:p>
            <a:pPr algn="ctr"/>
            <a:r>
              <a:rPr lang="en-GB" sz="1400" kern="0" noProof="1">
                <a:solidFill>
                  <a:prstClr val="white"/>
                </a:solidFill>
                <a:latin typeface="Arial" panose="020B0604020202020204" pitchFamily="34" charset="0"/>
                <a:cs typeface="Arial" panose="020B0604020202020204" pitchFamily="34" charset="0"/>
              </a:rPr>
              <a:t>Plattform Business Logic-Layer</a:t>
            </a:r>
          </a:p>
        </p:txBody>
      </p:sp>
      <p:sp>
        <p:nvSpPr>
          <p:cNvPr id="11" name="Rechteck 10">
            <a:extLst>
              <a:ext uri="{FF2B5EF4-FFF2-40B4-BE49-F238E27FC236}">
                <a16:creationId xmlns:a16="http://schemas.microsoft.com/office/drawing/2014/main" id="{5F1B87DC-29A9-7561-815A-4D0E083FEF90}"/>
              </a:ext>
            </a:extLst>
          </p:cNvPr>
          <p:cNvSpPr/>
          <p:nvPr/>
        </p:nvSpPr>
        <p:spPr>
          <a:xfrm>
            <a:off x="3212800" y="5630593"/>
            <a:ext cx="1576914" cy="744645"/>
          </a:xfrm>
          <a:prstGeom prst="rect">
            <a:avLst/>
          </a:prstGeom>
          <a:solidFill>
            <a:srgbClr val="2683C6">
              <a:lumMod val="60000"/>
              <a:lumOff val="40000"/>
            </a:srgbClr>
          </a:solidFill>
          <a:ln w="12700" cap="flat" cmpd="sng" algn="ctr">
            <a:noFill/>
            <a:prstDash val="solid"/>
            <a:miter lim="800000"/>
          </a:ln>
          <a:effectLst/>
        </p:spPr>
        <p:txBody>
          <a:bodyPr rtlCol="0" anchor="ctr"/>
          <a:lstStyle/>
          <a:p>
            <a:pPr algn="r"/>
            <a:r>
              <a:rPr lang="en-GB" sz="1400" kern="0" noProof="1">
                <a:solidFill>
                  <a:prstClr val="white"/>
                </a:solidFill>
                <a:latin typeface="Arial" panose="020B0604020202020204" pitchFamily="34" charset="0"/>
                <a:cs typeface="Arial" panose="020B0604020202020204" pitchFamily="34" charset="0"/>
              </a:rPr>
              <a:t>ProgreSQL</a:t>
            </a:r>
          </a:p>
          <a:p>
            <a:pPr algn="r"/>
            <a:r>
              <a:rPr lang="en-GB" sz="1200" kern="0" noProof="1">
                <a:solidFill>
                  <a:prstClr val="white"/>
                </a:solidFill>
                <a:latin typeface="Arial" panose="020B0604020202020204" pitchFamily="34" charset="0"/>
                <a:cs typeface="Arial" panose="020B0604020202020204" pitchFamily="34" charset="0"/>
              </a:rPr>
              <a:t>(HAPI DB)</a:t>
            </a:r>
            <a:br>
              <a:rPr lang="en-GB" sz="1200" kern="0" noProof="1">
                <a:solidFill>
                  <a:prstClr val="white"/>
                </a:solidFill>
                <a:latin typeface="Arial" panose="020B0604020202020204" pitchFamily="34" charset="0"/>
                <a:cs typeface="Arial" panose="020B0604020202020204" pitchFamily="34" charset="0"/>
              </a:rPr>
            </a:br>
            <a:endParaRPr lang="en-GB" sz="1200" kern="0" noProof="1">
              <a:solidFill>
                <a:prstClr val="white"/>
              </a:solidFill>
              <a:latin typeface="Arial" panose="020B0604020202020204" pitchFamily="34" charset="0"/>
              <a:cs typeface="Arial" panose="020B0604020202020204" pitchFamily="34" charset="0"/>
            </a:endParaRPr>
          </a:p>
        </p:txBody>
      </p:sp>
      <p:sp>
        <p:nvSpPr>
          <p:cNvPr id="12" name="Rechteck 11">
            <a:extLst>
              <a:ext uri="{FF2B5EF4-FFF2-40B4-BE49-F238E27FC236}">
                <a16:creationId xmlns:a16="http://schemas.microsoft.com/office/drawing/2014/main" id="{ECD0AE90-D683-B654-6D2E-46ECA9B987CF}"/>
              </a:ext>
            </a:extLst>
          </p:cNvPr>
          <p:cNvSpPr/>
          <p:nvPr/>
        </p:nvSpPr>
        <p:spPr>
          <a:xfrm>
            <a:off x="3090000" y="4181601"/>
            <a:ext cx="6012000" cy="468000"/>
          </a:xfrm>
          <a:prstGeom prst="rect">
            <a:avLst/>
          </a:prstGeom>
          <a:solidFill>
            <a:srgbClr val="2683C6">
              <a:lumMod val="60000"/>
              <a:lumOff val="40000"/>
            </a:srgbClr>
          </a:solidFill>
          <a:ln w="12700" cap="flat" cmpd="sng" algn="ctr">
            <a:noFill/>
            <a:prstDash val="solid"/>
            <a:miter lim="800000"/>
          </a:ln>
          <a:effectLst/>
        </p:spPr>
        <p:txBody>
          <a:bodyPr rtlCol="0" anchor="ctr"/>
          <a:lstStyle/>
          <a:p>
            <a:pPr algn="ctr"/>
            <a:r>
              <a:rPr lang="en-GB" sz="1400" kern="0" noProof="1">
                <a:solidFill>
                  <a:prstClr val="white"/>
                </a:solidFill>
                <a:latin typeface="Arial" panose="020B0604020202020204" pitchFamily="34" charset="0"/>
                <a:cs typeface="Arial" panose="020B0604020202020204" pitchFamily="34" charset="0"/>
              </a:rPr>
              <a:t>openEHR Mapping Engine</a:t>
            </a:r>
          </a:p>
          <a:p>
            <a:pPr algn="ctr"/>
            <a:r>
              <a:rPr lang="en-GB" sz="1400" kern="0" noProof="1">
                <a:solidFill>
                  <a:prstClr val="white"/>
                </a:solidFill>
                <a:latin typeface="Arial" panose="020B0604020202020204" pitchFamily="34" charset="0"/>
                <a:cs typeface="Arial" panose="020B0604020202020204" pitchFamily="34" charset="0"/>
              </a:rPr>
              <a:t>FHIR-Connect</a:t>
            </a:r>
          </a:p>
        </p:txBody>
      </p:sp>
      <p:sp>
        <p:nvSpPr>
          <p:cNvPr id="13" name="Rechteck 12">
            <a:extLst>
              <a:ext uri="{FF2B5EF4-FFF2-40B4-BE49-F238E27FC236}">
                <a16:creationId xmlns:a16="http://schemas.microsoft.com/office/drawing/2014/main" id="{AF594F9B-6300-AA9B-B998-94B54738EBE1}"/>
              </a:ext>
            </a:extLst>
          </p:cNvPr>
          <p:cNvSpPr/>
          <p:nvPr/>
        </p:nvSpPr>
        <p:spPr>
          <a:xfrm>
            <a:off x="3090000" y="4759750"/>
            <a:ext cx="6012000" cy="468000"/>
          </a:xfrm>
          <a:prstGeom prst="rect">
            <a:avLst/>
          </a:prstGeom>
          <a:solidFill>
            <a:srgbClr val="2683C6">
              <a:lumMod val="60000"/>
              <a:lumOff val="40000"/>
            </a:srgbClr>
          </a:solidFill>
          <a:ln w="12700" cap="flat" cmpd="sng" algn="ctr">
            <a:noFill/>
            <a:prstDash val="solid"/>
            <a:miter lim="800000"/>
          </a:ln>
          <a:effectLst/>
        </p:spPr>
        <p:txBody>
          <a:bodyPr rtlCol="0" anchor="ctr"/>
          <a:lstStyle/>
          <a:p>
            <a:pPr algn="ctr"/>
            <a:r>
              <a:rPr lang="en-GB" sz="1400" kern="0" noProof="1">
                <a:solidFill>
                  <a:prstClr val="white"/>
                </a:solidFill>
                <a:latin typeface="Arial" panose="020B0604020202020204" pitchFamily="34" charset="0"/>
                <a:cs typeface="Arial" panose="020B0604020202020204" pitchFamily="34" charset="0"/>
              </a:rPr>
              <a:t>EHRBase</a:t>
            </a:r>
          </a:p>
          <a:p>
            <a:pPr algn="ctr"/>
            <a:r>
              <a:rPr lang="en-GB" sz="1400" kern="0" noProof="1">
                <a:solidFill>
                  <a:prstClr val="white"/>
                </a:solidFill>
                <a:latin typeface="Arial" panose="020B0604020202020204" pitchFamily="34" charset="0"/>
                <a:cs typeface="Arial" panose="020B0604020202020204" pitchFamily="34" charset="0"/>
              </a:rPr>
              <a:t>(openEHR REST API)</a:t>
            </a:r>
          </a:p>
        </p:txBody>
      </p:sp>
      <p:sp>
        <p:nvSpPr>
          <p:cNvPr id="14" name="Rechteck 13">
            <a:extLst>
              <a:ext uri="{FF2B5EF4-FFF2-40B4-BE49-F238E27FC236}">
                <a16:creationId xmlns:a16="http://schemas.microsoft.com/office/drawing/2014/main" id="{300409FD-F278-F756-C62C-0C7818F172A4}"/>
              </a:ext>
            </a:extLst>
          </p:cNvPr>
          <p:cNvSpPr/>
          <p:nvPr/>
        </p:nvSpPr>
        <p:spPr>
          <a:xfrm>
            <a:off x="5184745" y="5630592"/>
            <a:ext cx="1576914" cy="744645"/>
          </a:xfrm>
          <a:prstGeom prst="rect">
            <a:avLst/>
          </a:prstGeom>
          <a:solidFill>
            <a:srgbClr val="2683C6">
              <a:lumMod val="60000"/>
              <a:lumOff val="40000"/>
            </a:srgbClr>
          </a:solidFill>
          <a:ln w="12700" cap="flat" cmpd="sng" algn="ctr">
            <a:noFill/>
            <a:prstDash val="solid"/>
            <a:miter lim="800000"/>
          </a:ln>
          <a:effectLst/>
        </p:spPr>
        <p:txBody>
          <a:bodyPr rtlCol="0" anchor="ctr"/>
          <a:lstStyle/>
          <a:p>
            <a:pPr algn="r"/>
            <a:r>
              <a:rPr lang="en-GB" sz="1400" kern="0" noProof="1">
                <a:solidFill>
                  <a:prstClr val="white"/>
                </a:solidFill>
                <a:latin typeface="Arial" panose="020B0604020202020204" pitchFamily="34" charset="0"/>
                <a:cs typeface="Arial" panose="020B0604020202020204" pitchFamily="34" charset="0"/>
              </a:rPr>
              <a:t>ProgreSQL</a:t>
            </a:r>
          </a:p>
          <a:p>
            <a:pPr algn="r"/>
            <a:r>
              <a:rPr lang="en-GB" sz="1200" kern="0" noProof="1">
                <a:solidFill>
                  <a:prstClr val="white"/>
                </a:solidFill>
                <a:latin typeface="Arial" panose="020B0604020202020204" pitchFamily="34" charset="0"/>
                <a:cs typeface="Arial" panose="020B0604020202020204" pitchFamily="34" charset="0"/>
              </a:rPr>
              <a:t>(openFHIR </a:t>
            </a:r>
            <a:br>
              <a:rPr lang="en-GB" sz="1200" kern="0" noProof="1">
                <a:solidFill>
                  <a:prstClr val="white"/>
                </a:solidFill>
                <a:latin typeface="Arial" panose="020B0604020202020204" pitchFamily="34" charset="0"/>
                <a:cs typeface="Arial" panose="020B0604020202020204" pitchFamily="34" charset="0"/>
              </a:rPr>
            </a:br>
            <a:r>
              <a:rPr lang="en-GB" sz="1200" kern="0" noProof="1">
                <a:solidFill>
                  <a:prstClr val="white"/>
                </a:solidFill>
                <a:latin typeface="Arial" panose="020B0604020202020204" pitchFamily="34" charset="0"/>
                <a:cs typeface="Arial" panose="020B0604020202020204" pitchFamily="34" charset="0"/>
              </a:rPr>
              <a:t>State DB)</a:t>
            </a:r>
          </a:p>
        </p:txBody>
      </p:sp>
      <p:sp>
        <p:nvSpPr>
          <p:cNvPr id="16" name="Rechteck 15">
            <a:extLst>
              <a:ext uri="{FF2B5EF4-FFF2-40B4-BE49-F238E27FC236}">
                <a16:creationId xmlns:a16="http://schemas.microsoft.com/office/drawing/2014/main" id="{181CD6A1-563D-B8B3-6886-3176161B8EB0}"/>
              </a:ext>
            </a:extLst>
          </p:cNvPr>
          <p:cNvSpPr/>
          <p:nvPr/>
        </p:nvSpPr>
        <p:spPr>
          <a:xfrm>
            <a:off x="7262563" y="5630592"/>
            <a:ext cx="1576914" cy="744645"/>
          </a:xfrm>
          <a:prstGeom prst="rect">
            <a:avLst/>
          </a:prstGeom>
          <a:solidFill>
            <a:srgbClr val="2683C6">
              <a:lumMod val="60000"/>
              <a:lumOff val="40000"/>
            </a:srgbClr>
          </a:solidFill>
          <a:ln w="12700" cap="flat" cmpd="sng" algn="ctr">
            <a:noFill/>
            <a:prstDash val="solid"/>
            <a:miter lim="800000"/>
          </a:ln>
          <a:effectLst/>
        </p:spPr>
        <p:txBody>
          <a:bodyPr rtlCol="0" anchor="ctr"/>
          <a:lstStyle/>
          <a:p>
            <a:pPr algn="r"/>
            <a:r>
              <a:rPr lang="en-GB" sz="1400" kern="0" noProof="1">
                <a:solidFill>
                  <a:prstClr val="white"/>
                </a:solidFill>
                <a:latin typeface="Arial" panose="020B0604020202020204" pitchFamily="34" charset="0"/>
                <a:cs typeface="Arial" panose="020B0604020202020204" pitchFamily="34" charset="0"/>
              </a:rPr>
              <a:t>ProgreSQL</a:t>
            </a:r>
          </a:p>
          <a:p>
            <a:pPr algn="r"/>
            <a:r>
              <a:rPr lang="en-GB" sz="1200" kern="0" noProof="1">
                <a:solidFill>
                  <a:prstClr val="white"/>
                </a:solidFill>
                <a:latin typeface="Arial" panose="020B0604020202020204" pitchFamily="34" charset="0"/>
                <a:cs typeface="Arial" panose="020B0604020202020204" pitchFamily="34" charset="0"/>
              </a:rPr>
              <a:t>(EHRBase </a:t>
            </a:r>
            <a:br>
              <a:rPr lang="en-GB" sz="1200" kern="0" noProof="1">
                <a:solidFill>
                  <a:prstClr val="white"/>
                </a:solidFill>
                <a:latin typeface="Arial" panose="020B0604020202020204" pitchFamily="34" charset="0"/>
                <a:cs typeface="Arial" panose="020B0604020202020204" pitchFamily="34" charset="0"/>
              </a:rPr>
            </a:br>
            <a:r>
              <a:rPr lang="en-GB" sz="1200" kern="0" noProof="1">
                <a:solidFill>
                  <a:prstClr val="white"/>
                </a:solidFill>
                <a:latin typeface="Arial" panose="020B0604020202020204" pitchFamily="34" charset="0"/>
                <a:cs typeface="Arial" panose="020B0604020202020204" pitchFamily="34" charset="0"/>
              </a:rPr>
              <a:t>DB)</a:t>
            </a:r>
          </a:p>
        </p:txBody>
      </p:sp>
      <p:sp>
        <p:nvSpPr>
          <p:cNvPr id="17" name="Rechteck 16">
            <a:extLst>
              <a:ext uri="{FF2B5EF4-FFF2-40B4-BE49-F238E27FC236}">
                <a16:creationId xmlns:a16="http://schemas.microsoft.com/office/drawing/2014/main" id="{A33FA764-8181-B69A-07AB-5A00F90F4393}"/>
              </a:ext>
            </a:extLst>
          </p:cNvPr>
          <p:cNvSpPr/>
          <p:nvPr/>
        </p:nvSpPr>
        <p:spPr>
          <a:xfrm>
            <a:off x="9525438" y="3764248"/>
            <a:ext cx="1576914" cy="744645"/>
          </a:xfrm>
          <a:prstGeom prst="rect">
            <a:avLst/>
          </a:prstGeom>
          <a:solidFill>
            <a:srgbClr val="2683C6">
              <a:lumMod val="60000"/>
              <a:lumOff val="40000"/>
            </a:srgbClr>
          </a:solidFill>
          <a:ln w="12700" cap="flat" cmpd="sng" algn="ctr">
            <a:noFill/>
            <a:prstDash val="solid"/>
            <a:miter lim="800000"/>
          </a:ln>
          <a:effectLst/>
        </p:spPr>
        <p:txBody>
          <a:bodyPr rtlCol="0" anchor="ctr"/>
          <a:lstStyle/>
          <a:p>
            <a:r>
              <a:rPr lang="en-GB" sz="1400" kern="0" noProof="1">
                <a:solidFill>
                  <a:prstClr val="white"/>
                </a:solidFill>
                <a:latin typeface="Arial" panose="020B0604020202020204" pitchFamily="34" charset="0"/>
                <a:cs typeface="Arial" panose="020B0604020202020204" pitchFamily="34" charset="0"/>
              </a:rPr>
              <a:t>Terminology Server</a:t>
            </a:r>
          </a:p>
          <a:p>
            <a:r>
              <a:rPr lang="en-GB" sz="1400" kern="0" noProof="1">
                <a:solidFill>
                  <a:prstClr val="white"/>
                </a:solidFill>
                <a:latin typeface="Arial" panose="020B0604020202020204" pitchFamily="34" charset="0"/>
                <a:cs typeface="Arial" panose="020B0604020202020204" pitchFamily="34" charset="0"/>
              </a:rPr>
              <a:t>(FHIRsmith)</a:t>
            </a:r>
          </a:p>
        </p:txBody>
      </p:sp>
      <p:sp>
        <p:nvSpPr>
          <p:cNvPr id="19" name="Rechteck 18">
            <a:extLst>
              <a:ext uri="{FF2B5EF4-FFF2-40B4-BE49-F238E27FC236}">
                <a16:creationId xmlns:a16="http://schemas.microsoft.com/office/drawing/2014/main" id="{A5C075BA-9F25-5280-AD06-2A304CA7FA7E}"/>
              </a:ext>
            </a:extLst>
          </p:cNvPr>
          <p:cNvSpPr/>
          <p:nvPr/>
        </p:nvSpPr>
        <p:spPr>
          <a:xfrm>
            <a:off x="3090000" y="3013061"/>
            <a:ext cx="6012000" cy="468000"/>
          </a:xfrm>
          <a:prstGeom prst="rect">
            <a:avLst/>
          </a:prstGeom>
          <a:solidFill>
            <a:srgbClr val="2683C6">
              <a:lumMod val="60000"/>
              <a:lumOff val="40000"/>
            </a:srgbClr>
          </a:solidFill>
          <a:ln w="12700" cap="flat" cmpd="sng" algn="ctr">
            <a:noFill/>
            <a:prstDash val="solid"/>
            <a:miter lim="800000"/>
          </a:ln>
          <a:effectLst/>
        </p:spPr>
        <p:txBody>
          <a:bodyPr rtlCol="0" anchor="ctr"/>
          <a:lstStyle/>
          <a:p>
            <a:pPr algn="ctr"/>
            <a:r>
              <a:rPr lang="en-GB" sz="1400" kern="0" noProof="1">
                <a:solidFill>
                  <a:prstClr val="white"/>
                </a:solidFill>
                <a:latin typeface="Arial" panose="020B0604020202020204" pitchFamily="34" charset="0"/>
                <a:cs typeface="Arial" panose="020B0604020202020204" pitchFamily="34" charset="0"/>
              </a:rPr>
              <a:t>HAPI FHIR Server (FHIR Facade)</a:t>
            </a:r>
          </a:p>
          <a:p>
            <a:pPr algn="ctr"/>
            <a:r>
              <a:rPr lang="en-GB" sz="1400" kern="0" noProof="1">
                <a:solidFill>
                  <a:prstClr val="white"/>
                </a:solidFill>
                <a:latin typeface="Arial" panose="020B0604020202020204" pitchFamily="34" charset="0"/>
                <a:cs typeface="Arial" panose="020B0604020202020204" pitchFamily="34" charset="0"/>
              </a:rPr>
              <a:t>FHIR REST API Endpoints</a:t>
            </a:r>
          </a:p>
        </p:txBody>
      </p:sp>
      <p:sp>
        <p:nvSpPr>
          <p:cNvPr id="20" name="Wolkenförmige Legende 19">
            <a:extLst>
              <a:ext uri="{FF2B5EF4-FFF2-40B4-BE49-F238E27FC236}">
                <a16:creationId xmlns:a16="http://schemas.microsoft.com/office/drawing/2014/main" id="{98441AF5-49E5-76A4-5B73-5C0A698EE820}"/>
              </a:ext>
            </a:extLst>
          </p:cNvPr>
          <p:cNvSpPr/>
          <p:nvPr/>
        </p:nvSpPr>
        <p:spPr>
          <a:xfrm>
            <a:off x="5766902" y="1526543"/>
            <a:ext cx="658585" cy="362061"/>
          </a:xfrm>
          <a:prstGeom prst="cloudCallout">
            <a:avLst>
              <a:gd name="adj1" fmla="val -7610"/>
              <a:gd name="adj2" fmla="val 26421"/>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21" name="Abgerundetes Rechteck 20">
            <a:extLst>
              <a:ext uri="{FF2B5EF4-FFF2-40B4-BE49-F238E27FC236}">
                <a16:creationId xmlns:a16="http://schemas.microsoft.com/office/drawing/2014/main" id="{CE6B2E6D-254A-CB82-1E1D-AACDD839530F}"/>
              </a:ext>
            </a:extLst>
          </p:cNvPr>
          <p:cNvSpPr/>
          <p:nvPr/>
        </p:nvSpPr>
        <p:spPr>
          <a:xfrm>
            <a:off x="2939143" y="2917371"/>
            <a:ext cx="6291943" cy="2438400"/>
          </a:xfrm>
          <a:prstGeom prst="roundRect">
            <a:avLst>
              <a:gd name="adj" fmla="val 4613"/>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cxnSp>
        <p:nvCxnSpPr>
          <p:cNvPr id="23" name="Gerade Verbindung mit Pfeil 22">
            <a:extLst>
              <a:ext uri="{FF2B5EF4-FFF2-40B4-BE49-F238E27FC236}">
                <a16:creationId xmlns:a16="http://schemas.microsoft.com/office/drawing/2014/main" id="{099CE1FA-3BDE-5F3E-8EF9-781CBEF6D254}"/>
              </a:ext>
            </a:extLst>
          </p:cNvPr>
          <p:cNvCxnSpPr>
            <a:endCxn id="11" idx="0"/>
          </p:cNvCxnSpPr>
          <p:nvPr/>
        </p:nvCxnSpPr>
        <p:spPr>
          <a:xfrm>
            <a:off x="3995057" y="5355771"/>
            <a:ext cx="6200" cy="274822"/>
          </a:xfrm>
          <a:prstGeom prst="straightConnector1">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Gerade Verbindung mit Pfeil 23">
            <a:extLst>
              <a:ext uri="{FF2B5EF4-FFF2-40B4-BE49-F238E27FC236}">
                <a16:creationId xmlns:a16="http://schemas.microsoft.com/office/drawing/2014/main" id="{8B40E674-516B-D39C-11B0-AF33FB3E9A2F}"/>
              </a:ext>
            </a:extLst>
          </p:cNvPr>
          <p:cNvCxnSpPr/>
          <p:nvPr/>
        </p:nvCxnSpPr>
        <p:spPr>
          <a:xfrm>
            <a:off x="5954485" y="5334000"/>
            <a:ext cx="6200" cy="274822"/>
          </a:xfrm>
          <a:prstGeom prst="straightConnector1">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6" name="Gerade Verbindung mit Pfeil 25">
            <a:extLst>
              <a:ext uri="{FF2B5EF4-FFF2-40B4-BE49-F238E27FC236}">
                <a16:creationId xmlns:a16="http://schemas.microsoft.com/office/drawing/2014/main" id="{E4F09EDC-7516-E792-6EED-5BB194C69FCB}"/>
              </a:ext>
            </a:extLst>
          </p:cNvPr>
          <p:cNvCxnSpPr/>
          <p:nvPr/>
        </p:nvCxnSpPr>
        <p:spPr>
          <a:xfrm>
            <a:off x="8044542" y="5355771"/>
            <a:ext cx="6200" cy="274822"/>
          </a:xfrm>
          <a:prstGeom prst="straightConnector1">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Gerade Verbindung mit Pfeil 27">
            <a:extLst>
              <a:ext uri="{FF2B5EF4-FFF2-40B4-BE49-F238E27FC236}">
                <a16:creationId xmlns:a16="http://schemas.microsoft.com/office/drawing/2014/main" id="{0D925C17-49AD-6E4E-85A7-1FC68ED28EC1}"/>
              </a:ext>
            </a:extLst>
          </p:cNvPr>
          <p:cNvCxnSpPr>
            <a:cxnSpLocks/>
            <a:stCxn id="17" idx="1"/>
            <a:endCxn id="21" idx="3"/>
          </p:cNvCxnSpPr>
          <p:nvPr/>
        </p:nvCxnSpPr>
        <p:spPr>
          <a:xfrm flipH="1">
            <a:off x="9231086" y="4136571"/>
            <a:ext cx="294352" cy="0"/>
          </a:xfrm>
          <a:prstGeom prst="straightConnector1">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4" name="Gerade Verbindung mit Pfeil 33">
            <a:extLst>
              <a:ext uri="{FF2B5EF4-FFF2-40B4-BE49-F238E27FC236}">
                <a16:creationId xmlns:a16="http://schemas.microsoft.com/office/drawing/2014/main" id="{8EF30DB2-5385-DC44-8ED9-3C8462ED2286}"/>
              </a:ext>
            </a:extLst>
          </p:cNvPr>
          <p:cNvCxnSpPr>
            <a:stCxn id="6" idx="3"/>
            <a:endCxn id="20" idx="0"/>
          </p:cNvCxnSpPr>
          <p:nvPr/>
        </p:nvCxnSpPr>
        <p:spPr>
          <a:xfrm>
            <a:off x="5397771" y="1707484"/>
            <a:ext cx="371174" cy="90"/>
          </a:xfrm>
          <a:prstGeom prst="straightConnector1">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Gerade Verbindung mit Pfeil 35">
            <a:extLst>
              <a:ext uri="{FF2B5EF4-FFF2-40B4-BE49-F238E27FC236}">
                <a16:creationId xmlns:a16="http://schemas.microsoft.com/office/drawing/2014/main" id="{0A5EF7DF-0F6D-1BD9-A98A-6FB10E015E88}"/>
              </a:ext>
            </a:extLst>
          </p:cNvPr>
          <p:cNvCxnSpPr>
            <a:cxnSpLocks/>
          </p:cNvCxnSpPr>
          <p:nvPr/>
        </p:nvCxnSpPr>
        <p:spPr>
          <a:xfrm flipV="1">
            <a:off x="6468482" y="1707484"/>
            <a:ext cx="326136" cy="90"/>
          </a:xfrm>
          <a:prstGeom prst="straightConnector1">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7" name="Gerade Verbindung mit Pfeil 36">
            <a:extLst>
              <a:ext uri="{FF2B5EF4-FFF2-40B4-BE49-F238E27FC236}">
                <a16:creationId xmlns:a16="http://schemas.microsoft.com/office/drawing/2014/main" id="{361FD418-0A9F-F6F8-CCDD-CDB655666AE8}"/>
              </a:ext>
            </a:extLst>
          </p:cNvPr>
          <p:cNvCxnSpPr>
            <a:cxnSpLocks/>
            <a:stCxn id="7" idx="0"/>
            <a:endCxn id="20" idx="1"/>
          </p:cNvCxnSpPr>
          <p:nvPr/>
        </p:nvCxnSpPr>
        <p:spPr>
          <a:xfrm flipV="1">
            <a:off x="6096000" y="1888218"/>
            <a:ext cx="195" cy="422478"/>
          </a:xfrm>
          <a:prstGeom prst="straightConnector1">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3" name="Grafik 2" descr="HL7 FHIR – mobile Kommunikation und mehr – HL7 Deutschland">
            <a:extLst>
              <a:ext uri="{FF2B5EF4-FFF2-40B4-BE49-F238E27FC236}">
                <a16:creationId xmlns:a16="http://schemas.microsoft.com/office/drawing/2014/main" id="{A2592827-AB70-F3F2-4564-4B953AC8AAAB}"/>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8175251" y="3148630"/>
            <a:ext cx="746844" cy="180000"/>
          </a:xfrm>
          <a:prstGeom prst="rect">
            <a:avLst/>
          </a:prstGeom>
        </p:spPr>
      </p:pic>
      <p:pic>
        <p:nvPicPr>
          <p:cNvPr id="4" name="Picture 2" descr="openehr.org">
            <a:extLst>
              <a:ext uri="{FF2B5EF4-FFF2-40B4-BE49-F238E27FC236}">
                <a16:creationId xmlns:a16="http://schemas.microsoft.com/office/drawing/2014/main" id="{ABE11D99-4D9F-5A29-0EB4-6EF749563E40}"/>
              </a:ext>
            </a:extLst>
          </p:cNvPr>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8101287" y="4921750"/>
            <a:ext cx="820808" cy="144000"/>
          </a:xfrm>
          <a:prstGeom prst="rect">
            <a:avLst/>
          </a:prstGeom>
          <a:noFill/>
          <a:extLst>
            <a:ext uri="{909E8E84-426E-40DD-AFC4-6F175D3DCCD1}">
              <a14:hiddenFill xmlns:a14="http://schemas.microsoft.com/office/drawing/2010/main">
                <a:solidFill>
                  <a:srgbClr val="FFFFFF"/>
                </a:solidFill>
              </a14:hiddenFill>
            </a:ext>
          </a:extLst>
        </p:spPr>
      </p:pic>
      <p:sp>
        <p:nvSpPr>
          <p:cNvPr id="5" name="Zylinder 4">
            <a:extLst>
              <a:ext uri="{FF2B5EF4-FFF2-40B4-BE49-F238E27FC236}">
                <a16:creationId xmlns:a16="http://schemas.microsoft.com/office/drawing/2014/main" id="{DB821E9B-60B2-2DD3-D312-5348D4586BBD}"/>
              </a:ext>
            </a:extLst>
          </p:cNvPr>
          <p:cNvSpPr>
            <a:spLocks noChangeAspect="1"/>
          </p:cNvSpPr>
          <p:nvPr/>
        </p:nvSpPr>
        <p:spPr>
          <a:xfrm>
            <a:off x="3330647" y="5771278"/>
            <a:ext cx="345909" cy="418478"/>
          </a:xfrm>
          <a:prstGeom prst="can">
            <a:avLst/>
          </a:prstGeom>
          <a:solidFill>
            <a:srgbClr val="2683C6">
              <a:lumMod val="60000"/>
              <a:lumOff val="40000"/>
            </a:srgbClr>
          </a:solidFill>
          <a:ln w="3175" cap="flat" cmpd="sng" algn="ctr">
            <a:solidFill>
              <a:srgbClr val="3494BA">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1">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0" name="Zylinder 9">
            <a:extLst>
              <a:ext uri="{FF2B5EF4-FFF2-40B4-BE49-F238E27FC236}">
                <a16:creationId xmlns:a16="http://schemas.microsoft.com/office/drawing/2014/main" id="{BE1056D5-B759-DB62-AE74-326B59C2C02E}"/>
              </a:ext>
            </a:extLst>
          </p:cNvPr>
          <p:cNvSpPr>
            <a:spLocks noChangeAspect="1"/>
          </p:cNvSpPr>
          <p:nvPr/>
        </p:nvSpPr>
        <p:spPr>
          <a:xfrm>
            <a:off x="5290618" y="5793675"/>
            <a:ext cx="345909" cy="418478"/>
          </a:xfrm>
          <a:prstGeom prst="can">
            <a:avLst/>
          </a:prstGeom>
          <a:solidFill>
            <a:srgbClr val="2683C6">
              <a:lumMod val="60000"/>
              <a:lumOff val="40000"/>
            </a:srgbClr>
          </a:solidFill>
          <a:ln w="3175" cap="flat" cmpd="sng" algn="ctr">
            <a:solidFill>
              <a:srgbClr val="3494BA">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1">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5" name="Zylinder 14">
            <a:extLst>
              <a:ext uri="{FF2B5EF4-FFF2-40B4-BE49-F238E27FC236}">
                <a16:creationId xmlns:a16="http://schemas.microsoft.com/office/drawing/2014/main" id="{DF5DD73F-8BCD-1CD2-7DB0-C3A7993F2FBF}"/>
              </a:ext>
            </a:extLst>
          </p:cNvPr>
          <p:cNvSpPr>
            <a:spLocks noChangeAspect="1"/>
          </p:cNvSpPr>
          <p:nvPr/>
        </p:nvSpPr>
        <p:spPr>
          <a:xfrm>
            <a:off x="7360534" y="5793675"/>
            <a:ext cx="345909" cy="418478"/>
          </a:xfrm>
          <a:prstGeom prst="can">
            <a:avLst/>
          </a:prstGeom>
          <a:solidFill>
            <a:srgbClr val="2683C6">
              <a:lumMod val="60000"/>
              <a:lumOff val="40000"/>
            </a:srgbClr>
          </a:solidFill>
          <a:ln w="3175" cap="flat" cmpd="sng" algn="ctr">
            <a:solidFill>
              <a:srgbClr val="3494BA">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1">
              <a:ln>
                <a:noFill/>
              </a:ln>
              <a:solidFill>
                <a:prstClr val="white"/>
              </a:solidFill>
              <a:effectLst/>
              <a:uLnTx/>
              <a:uFillTx/>
              <a:latin typeface="Arial" panose="020B0604020202020204" pitchFamily="34" charset="0"/>
              <a:ea typeface="+mn-ea"/>
              <a:cs typeface="Arial" panose="020B0604020202020204" pitchFamily="34" charset="0"/>
            </a:endParaRPr>
          </a:p>
        </p:txBody>
      </p:sp>
      <p:pic>
        <p:nvPicPr>
          <p:cNvPr id="18" name="Grafik 17">
            <a:extLst>
              <a:ext uri="{FF2B5EF4-FFF2-40B4-BE49-F238E27FC236}">
                <a16:creationId xmlns:a16="http://schemas.microsoft.com/office/drawing/2014/main" id="{7019F593-F5AF-DE0A-D1C2-296F74965FA7}"/>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8598095" y="4233452"/>
            <a:ext cx="324000" cy="324000"/>
          </a:xfrm>
          <a:prstGeom prst="rect">
            <a:avLst/>
          </a:prstGeom>
        </p:spPr>
      </p:pic>
      <p:pic>
        <p:nvPicPr>
          <p:cNvPr id="22" name="Grafik 21" descr="🔥">
            <a:extLst>
              <a:ext uri="{FF2B5EF4-FFF2-40B4-BE49-F238E27FC236}">
                <a16:creationId xmlns:a16="http://schemas.microsoft.com/office/drawing/2014/main" id="{6685455E-F51E-04A4-ED70-C40357ACE133}"/>
              </a:ext>
            </a:extLst>
          </p:cNvPr>
          <p:cNvPicPr>
            <a:picLocks noChangeAspect="1"/>
          </p:cNvPicPr>
          <p:nvPr/>
        </p:nvPicPr>
        <p:blipFill>
          <a:blip r:embed="rId7"/>
          <a:stretch>
            <a:fillRect/>
          </a:stretch>
        </p:blipFill>
        <p:spPr>
          <a:xfrm>
            <a:off x="10669274" y="3950413"/>
            <a:ext cx="325775" cy="372314"/>
          </a:xfrm>
          <a:prstGeom prst="rect">
            <a:avLst/>
          </a:prstGeom>
        </p:spPr>
      </p:pic>
      <p:pic>
        <p:nvPicPr>
          <p:cNvPr id="29" name="Grafik 28">
            <a:extLst>
              <a:ext uri="{FF2B5EF4-FFF2-40B4-BE49-F238E27FC236}">
                <a16:creationId xmlns:a16="http://schemas.microsoft.com/office/drawing/2014/main" id="{03B7A8F9-1333-3C27-030B-298DE984615E}"/>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8681791" y="2371863"/>
            <a:ext cx="240304" cy="332921"/>
          </a:xfrm>
          <a:prstGeom prst="rect">
            <a:avLst/>
          </a:prstGeom>
        </p:spPr>
      </p:pic>
      <p:pic>
        <p:nvPicPr>
          <p:cNvPr id="31" name="Grafik 30" descr="Monitor mit einfarbiger Füllung">
            <a:extLst>
              <a:ext uri="{FF2B5EF4-FFF2-40B4-BE49-F238E27FC236}">
                <a16:creationId xmlns:a16="http://schemas.microsoft.com/office/drawing/2014/main" id="{FEBA70FE-DC5B-DEF1-D99C-F54E207A70F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184940" y="1527773"/>
            <a:ext cx="360000" cy="360000"/>
          </a:xfrm>
          <a:prstGeom prst="rect">
            <a:avLst/>
          </a:prstGeom>
        </p:spPr>
      </p:pic>
      <p:pic>
        <p:nvPicPr>
          <p:cNvPr id="32" name="Grafik 31" descr="Monitor mit einfarbiger Füllung">
            <a:extLst>
              <a:ext uri="{FF2B5EF4-FFF2-40B4-BE49-F238E27FC236}">
                <a16:creationId xmlns:a16="http://schemas.microsoft.com/office/drawing/2014/main" id="{53EBB5A7-D9E4-9F29-39F6-2E1D9B4D0E5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779557" y="1495203"/>
            <a:ext cx="360000" cy="360000"/>
          </a:xfrm>
          <a:prstGeom prst="rect">
            <a:avLst/>
          </a:prstGeom>
        </p:spPr>
      </p:pic>
    </p:spTree>
    <p:extLst>
      <p:ext uri="{BB962C8B-B14F-4D97-AF65-F5344CB8AC3E}">
        <p14:creationId xmlns:p14="http://schemas.microsoft.com/office/powerpoint/2010/main" val="1942185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40C54B1-4F81-6430-900F-75C83DEC9570}"/>
              </a:ext>
            </a:extLst>
          </p:cNvPr>
          <p:cNvSpPr>
            <a:spLocks noGrp="1"/>
          </p:cNvSpPr>
          <p:nvPr>
            <p:ph type="title"/>
          </p:nvPr>
        </p:nvSpPr>
        <p:spPr/>
        <p:txBody>
          <a:bodyPr/>
          <a:lstStyle/>
          <a:p>
            <a:endParaRPr lang="de-CH"/>
          </a:p>
        </p:txBody>
      </p:sp>
      <p:pic>
        <p:nvPicPr>
          <p:cNvPr id="7" name="Grafik 6">
            <a:extLst>
              <a:ext uri="{FF2B5EF4-FFF2-40B4-BE49-F238E27FC236}">
                <a16:creationId xmlns:a16="http://schemas.microsoft.com/office/drawing/2014/main" id="{96A8A73F-7C17-3F03-5CE3-6469F9E65668}"/>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3657600" y="2647950"/>
            <a:ext cx="4876800" cy="1562100"/>
          </a:xfrm>
          <a:prstGeom prst="rect">
            <a:avLst/>
          </a:prstGeom>
        </p:spPr>
      </p:pic>
    </p:spTree>
    <p:extLst>
      <p:ext uri="{BB962C8B-B14F-4D97-AF65-F5344CB8AC3E}">
        <p14:creationId xmlns:p14="http://schemas.microsoft.com/office/powerpoint/2010/main" val="248256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LANGUAGEID" val="2055"/>
</p:tagLst>
</file>

<file path=ppt/theme/theme1.xml><?xml version="1.0" encoding="utf-8"?>
<a:theme xmlns:a="http://schemas.openxmlformats.org/drawingml/2006/main" name="Office">
  <a:themeElements>
    <a:clrScheme name="Aveniq">
      <a:dk1>
        <a:sysClr val="windowText" lastClr="000000"/>
      </a:dk1>
      <a:lt1>
        <a:sysClr val="window" lastClr="FFFFFF"/>
      </a:lt1>
      <a:dk2>
        <a:srgbClr val="1E89FF"/>
      </a:dk2>
      <a:lt2>
        <a:srgbClr val="F0F0F0"/>
      </a:lt2>
      <a:accent1>
        <a:srgbClr val="04C6BA"/>
      </a:accent1>
      <a:accent2>
        <a:srgbClr val="81E3DC"/>
      </a:accent2>
      <a:accent3>
        <a:srgbClr val="CDF3F2"/>
      </a:accent3>
      <a:accent4>
        <a:srgbClr val="1F1F42"/>
      </a:accent4>
      <a:accent5>
        <a:srgbClr val="8DC4FF"/>
      </a:accent5>
      <a:accent6>
        <a:srgbClr val="D2E7FF"/>
      </a:accent6>
      <a:hlink>
        <a:srgbClr val="1E89FF"/>
      </a:hlink>
      <a:folHlink>
        <a:srgbClr val="E81D36"/>
      </a:folHlink>
    </a:clrScheme>
    <a:fontScheme name="Aveniq">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äsentation3" id="{2D6F6A21-B7B1-47C0-A6CB-1D9959B76276}" vid="{30DEA321-12A9-4B73-AC2F-6D1E94AC0E4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2d63600c-7be9-4adb-b90e-481574c7cec3" xsi:nil="true"/>
    <lcf76f155ced4ddcb4097134ff3c332f xmlns="bd555892-133d-4a52-ae2b-b81551a0ab10">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71851F7D9E1BFF4EA04531566FFA6B96" ma:contentTypeVersion="6" ma:contentTypeDescription="Ein neues Dokument erstellen." ma:contentTypeScope="" ma:versionID="b317e14c174d65865f11b52dda5a32e2">
  <xsd:schema xmlns:xsd="http://www.w3.org/2001/XMLSchema" xmlns:xs="http://www.w3.org/2001/XMLSchema" xmlns:p="http://schemas.microsoft.com/office/2006/metadata/properties" xmlns:ns2="d9bcd82d-e465-4a17-87fa-efa2b6372f33" xmlns:ns3="03200146-8b46-4128-904b-30f01a9bfad1" xmlns:ns4="bd555892-133d-4a52-ae2b-b81551a0ab10" xmlns:ns5="2d63600c-7be9-4adb-b90e-481574c7cec3" targetNamespace="http://schemas.microsoft.com/office/2006/metadata/properties" ma:root="true" ma:fieldsID="39944468f031d8bdf201971345a6a43d" ns2:_="" ns3:_="" ns4:_="" ns5:_="">
    <xsd:import namespace="d9bcd82d-e465-4a17-87fa-efa2b6372f33"/>
    <xsd:import namespace="03200146-8b46-4128-904b-30f01a9bfad1"/>
    <xsd:import namespace="bd555892-133d-4a52-ae2b-b81551a0ab10"/>
    <xsd:import namespace="2d63600c-7be9-4adb-b90e-481574c7cec3"/>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ServiceAutoKeyPoints" minOccurs="0"/>
                <xsd:element ref="ns3:MediaServiceKeyPoints" minOccurs="0"/>
                <xsd:element ref="ns4:lcf76f155ced4ddcb4097134ff3c332f" minOccurs="0"/>
                <xsd:element ref="ns5:TaxCatchAll" minOccurs="0"/>
                <xsd:element ref="ns4:MediaLengthInSeconds" minOccurs="0"/>
                <xsd:element ref="ns4: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9bcd82d-e465-4a17-87fa-efa2b6372f33"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3200146-8b46-4128-904b-30f01a9bfad1"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ServiceLocation" ma:index="16" nillable="true" ma:displayName="Location" ma:internalName="MediaServiceLocation"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d555892-133d-4a52-ae2b-b81551a0ab10" elementFormDefault="qualified">
    <xsd:import namespace="http://schemas.microsoft.com/office/2006/documentManagement/types"/>
    <xsd:import namespace="http://schemas.microsoft.com/office/infopath/2007/PartnerControls"/>
    <xsd:element name="lcf76f155ced4ddcb4097134ff3c332f" ma:index="20" nillable="true" ma:taxonomy="true" ma:internalName="lcf76f155ced4ddcb4097134ff3c332f" ma:taxonomyFieldName="MediaServiceImageTags" ma:displayName="Bildmarkierungen" ma:readOnly="false" ma:fieldId="{5cf76f15-5ced-4ddc-b409-7134ff3c332f}" ma:taxonomyMulti="true" ma:sspId="6ee24d45-ab46-4a6b-84f0-47540152c941" ma:termSetId="09814cd3-568e-fe90-9814-8d621ff8fb84" ma:anchorId="fba54fb3-c3e1-fe81-a776-ca4b69148c4d" ma:open="true" ma:isKeyword="false">
      <xsd:complexType>
        <xsd:sequence>
          <xsd:element ref="pc:Terms" minOccurs="0" maxOccurs="1"/>
        </xsd:sequence>
      </xsd:complexType>
    </xsd:element>
    <xsd:element name="MediaLengthInSeconds" ma:index="22" nillable="true" ma:displayName="MediaLengthInSeconds" ma:hidden="true" ma:internalName="MediaLengthInSeconds" ma:readOnly="true">
      <xsd:simpleType>
        <xsd:restriction base="dms:Unknow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d63600c-7be9-4adb-b90e-481574c7cec3"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d73a13ad-b8b6-4059-babd-1e7f049a360e}" ma:internalName="TaxCatchAll" ma:showField="CatchAllData" ma:web="2d63600c-7be9-4adb-b90e-481574c7cec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B36F0C4-5608-4525-A3A8-8558DF7CD079}">
  <ds:schemaRefs>
    <ds:schemaRef ds:uri="http://schemas.microsoft.com/office/2006/metadata/properties"/>
    <ds:schemaRef ds:uri="http://www.w3.org/2000/xmlns/"/>
    <ds:schemaRef ds:uri="2d63600c-7be9-4adb-b90e-481574c7cec3"/>
    <ds:schemaRef ds:uri="http://www.w3.org/2001/XMLSchema-instance"/>
    <ds:schemaRef ds:uri="bd555892-133d-4a52-ae2b-b81551a0ab10"/>
    <ds:schemaRef ds:uri="http://schemas.microsoft.com/office/infopath/2007/PartnerControls"/>
  </ds:schemaRefs>
</ds:datastoreItem>
</file>

<file path=customXml/itemProps2.xml><?xml version="1.0" encoding="utf-8"?>
<ds:datastoreItem xmlns:ds="http://schemas.openxmlformats.org/officeDocument/2006/customXml" ds:itemID="{38C3E284-2EE2-47A3-BFF2-587716C70E8C}">
  <ds:schemaRefs>
    <ds:schemaRef ds:uri="http://schemas.microsoft.com/office/2006/metadata/contentType"/>
    <ds:schemaRef ds:uri="http://schemas.microsoft.com/office/2006/metadata/properties/metaAttributes"/>
    <ds:schemaRef ds:uri="http://www.w3.org/2000/xmlns/"/>
    <ds:schemaRef ds:uri="http://www.w3.org/2001/XMLSchema"/>
    <ds:schemaRef ds:uri="d9bcd82d-e465-4a17-87fa-efa2b6372f33"/>
    <ds:schemaRef ds:uri="03200146-8b46-4128-904b-30f01a9bfad1"/>
    <ds:schemaRef ds:uri="bd555892-133d-4a52-ae2b-b81551a0ab10"/>
    <ds:schemaRef ds:uri="2d63600c-7be9-4adb-b90e-481574c7cec3"/>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DAC5BDB-14DE-47E1-814D-07996E0268F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pp_Template</Template>
  <TotalTime>0</TotalTime>
  <Words>716</Words>
  <Application>Microsoft Macintosh PowerPoint</Application>
  <PresentationFormat>Breitbild</PresentationFormat>
  <Paragraphs>148</Paragraphs>
  <Slides>15</Slides>
  <Notes>5</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15</vt:i4>
      </vt:variant>
    </vt:vector>
  </HeadingPairs>
  <TitlesOfParts>
    <vt:vector size="21" baseType="lpstr">
      <vt:lpstr>Arial</vt:lpstr>
      <vt:lpstr>Calibri</vt:lpstr>
      <vt:lpstr>Open Sans</vt:lpstr>
      <vt:lpstr>Symbol</vt:lpstr>
      <vt:lpstr>Verdana</vt:lpstr>
      <vt:lpstr>Office</vt:lpstr>
      <vt:lpstr>Showcase Vaccination</vt:lpstr>
      <vt:lpstr>GovTech Hackathon 2026</vt:lpstr>
      <vt:lpstr>Showcase Vaccination Record</vt:lpstr>
      <vt:lpstr>Showcase Vaccination Record – Big Picture </vt:lpstr>
      <vt:lpstr>FHIR Implementation Guide – Immunization Administration Document</vt:lpstr>
      <vt:lpstr>FHIR Implementation Guide – Vaccination Record Document</vt:lpstr>
      <vt:lpstr>Modelling in openEHR</vt:lpstr>
      <vt:lpstr>Modelling the openEHR templates</vt:lpstr>
      <vt:lpstr>Modelling the openEHR Compositions Logic</vt:lpstr>
      <vt:lpstr>Immunization Administration Document FHIR-to-openEHR transformation flow</vt:lpstr>
      <vt:lpstr>Immunization Administration Document openEHR-to-FHIR transformation flow</vt:lpstr>
      <vt:lpstr>Implementation</vt:lpstr>
      <vt:lpstr>Showcase Vaccination Record – Architecture – Facade </vt:lpstr>
      <vt:lpstr>Architecture for the showcase ?</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Titel der Präsentation auf mehreren Zeilen</dc:title>
  <dc:creator>Leuenberger Benno AVENIQ</dc:creator>
  <cp:lastModifiedBy>Jean-Pierre Messerli</cp:lastModifiedBy>
  <cp:revision>188</cp:revision>
  <cp:lastPrinted>2024-10-16T13:16:26Z</cp:lastPrinted>
  <dcterms:created xsi:type="dcterms:W3CDTF">2023-10-23T10:38:27Z</dcterms:created>
  <dcterms:modified xsi:type="dcterms:W3CDTF">2026-05-14T09:00:51Z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806f170-cf2e-49f8-bc8f-1daf90d590b8_Enabled">
    <vt:lpwstr>true</vt:lpwstr>
  </property>
  <property fmtid="{D5CDD505-2E9C-101B-9397-08002B2CF9AE}" pid="3" name="MSIP_Label_3806f170-cf2e-49f8-bc8f-1daf90d590b8_SetDate">
    <vt:lpwstr>2023-05-02T14:02:02Z</vt:lpwstr>
  </property>
  <property fmtid="{D5CDD505-2E9C-101B-9397-08002B2CF9AE}" pid="4" name="MSIP_Label_3806f170-cf2e-49f8-bc8f-1daf90d590b8_Method">
    <vt:lpwstr>Standard</vt:lpwstr>
  </property>
  <property fmtid="{D5CDD505-2E9C-101B-9397-08002B2CF9AE}" pid="5" name="MSIP_Label_3806f170-cf2e-49f8-bc8f-1daf90d590b8_Name">
    <vt:lpwstr>defa4170-0d19-0005-0002-bc88714345d2</vt:lpwstr>
  </property>
  <property fmtid="{D5CDD505-2E9C-101B-9397-08002B2CF9AE}" pid="6" name="MSIP_Label_3806f170-cf2e-49f8-bc8f-1daf90d590b8_SiteId">
    <vt:lpwstr>3c0849c3-e244-444b-9506-091a27cc5d7a</vt:lpwstr>
  </property>
  <property fmtid="{D5CDD505-2E9C-101B-9397-08002B2CF9AE}" pid="7" name="MSIP_Label_3806f170-cf2e-49f8-bc8f-1daf90d590b8_ActionId">
    <vt:lpwstr>10578899-2cdb-4bc8-a824-58bb5759b931</vt:lpwstr>
  </property>
  <property fmtid="{D5CDD505-2E9C-101B-9397-08002B2CF9AE}" pid="8" name="MSIP_Label_3806f170-cf2e-49f8-bc8f-1daf90d590b8_ContentBits">
    <vt:lpwstr>0</vt:lpwstr>
  </property>
  <property fmtid="{D5CDD505-2E9C-101B-9397-08002B2CF9AE}" pid="9" name="_AdHocReviewCycleID">
    <vt:i4>-1065055768</vt:i4>
  </property>
  <property fmtid="{D5CDD505-2E9C-101B-9397-08002B2CF9AE}" pid="10" name="_NewReviewCycle">
    <vt:lpwstr/>
  </property>
  <property fmtid="{D5CDD505-2E9C-101B-9397-08002B2CF9AE}" pid="11" name="_EmailSubject">
    <vt:lpwstr>Richmond Slides</vt:lpwstr>
  </property>
  <property fmtid="{D5CDD505-2E9C-101B-9397-08002B2CF9AE}" pid="12" name="_AuthorEmail">
    <vt:lpwstr>Benno.Leuenberger@aveniq.ch</vt:lpwstr>
  </property>
  <property fmtid="{D5CDD505-2E9C-101B-9397-08002B2CF9AE}" pid="13" name="_AuthorEmailDisplayName">
    <vt:lpwstr>Leuenberger Benno AVENIQ</vt:lpwstr>
  </property>
  <property fmtid="{D5CDD505-2E9C-101B-9397-08002B2CF9AE}" pid="14" name="ContentTypeId">
    <vt:lpwstr>0x01010071851F7D9E1BFF4EA04531566FFA6B96</vt:lpwstr>
  </property>
  <property fmtid="{D5CDD505-2E9C-101B-9397-08002B2CF9AE}" pid="15" name="MediaServiceImageTags">
    <vt:lpwstr/>
  </property>
</Properties>
</file>